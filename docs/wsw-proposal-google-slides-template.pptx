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511300d30c4637" /><Relationship Type="http://schemas.openxmlformats.org/officeDocument/2006/relationships/extended-properties" Target="/docProps/app.xml" Id="R76d105e2f76e4830" /><Relationship Type="http://schemas.openxmlformats.org/officeDocument/2006/relationships/officeDocument" Target="/ppt/presentation.xml" Id="Rbf71c7e5f62a41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f9d4df0c394294"/>
  </p:sldMasterIdLst>
  <p:notesMasterIdLst>
    <p:notesMasterId xmlns:r="http://schemas.openxmlformats.org/officeDocument/2006/relationships" r:id="R8cb23f520a994290"/>
  </p:notesMasterIdLst>
  <p:sldIdLst>
    <p:sldId xmlns:r="http://schemas.openxmlformats.org/officeDocument/2006/relationships" id="256" r:id="R8986910561624c8d"/>
    <p:sldId xmlns:r="http://schemas.openxmlformats.org/officeDocument/2006/relationships" id="257" r:id="Rca2006900da94a72"/>
    <p:sldId xmlns:r="http://schemas.openxmlformats.org/officeDocument/2006/relationships" id="258" r:id="Rf578f9f2aa064e3b"/>
    <p:sldId xmlns:r="http://schemas.openxmlformats.org/officeDocument/2006/relationships" id="259" r:id="R7c1efe13253345c6"/>
    <p:sldId xmlns:r="http://schemas.openxmlformats.org/officeDocument/2006/relationships" id="260" r:id="Rab0d1ad480d04f40"/>
    <p:sldId xmlns:r="http://schemas.openxmlformats.org/officeDocument/2006/relationships" id="261" r:id="Rf900b79244374e5f"/>
    <p:sldId xmlns:r="http://schemas.openxmlformats.org/officeDocument/2006/relationships" id="262" r:id="R6b72d879afb444b4"/>
    <p:sldId xmlns:r="http://schemas.openxmlformats.org/officeDocument/2006/relationships" id="263" r:id="R6f86186284984d1e"/>
    <p:sldId xmlns:r="http://schemas.openxmlformats.org/officeDocument/2006/relationships" id="264" r:id="Ra8bf4ec3484f4ba2"/>
    <p:sldId xmlns:r="http://schemas.openxmlformats.org/officeDocument/2006/relationships" id="265" r:id="R83b9a68dd74d4c72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494e8adbfd4153" /><Relationship Type="http://schemas.openxmlformats.org/officeDocument/2006/relationships/slideMaster" Target="/ppt/slideMasters/slideMaster1.xml" Id="R21f9d4df0c394294" /><Relationship Type="http://schemas.openxmlformats.org/officeDocument/2006/relationships/notesMaster" Target="/ppt/notesMasters/notesMaster1.xml" Id="R8cb23f520a994290" /><Relationship Type="http://schemas.openxmlformats.org/officeDocument/2006/relationships/presProps" Target="/ppt/presProps.xml" Id="R6926f89a4f8d44be" /><Relationship Type="http://schemas.openxmlformats.org/officeDocument/2006/relationships/tableStyles" Target="/ppt/tableStyles.xml" Id="Rf5d4fc21ddbd4719" /><Relationship Type="http://schemas.openxmlformats.org/officeDocument/2006/relationships/slide" Target="/ppt/slides/slide1.xml" Id="R8986910561624c8d" /><Relationship Type="http://schemas.openxmlformats.org/officeDocument/2006/relationships/slide" Target="/ppt/slides/slide2.xml" Id="Rca2006900da94a72" /><Relationship Type="http://schemas.openxmlformats.org/officeDocument/2006/relationships/slide" Target="/ppt/slides/slide3.xml" Id="Rf578f9f2aa064e3b" /><Relationship Type="http://schemas.openxmlformats.org/officeDocument/2006/relationships/slide" Target="/ppt/slides/slide4.xml" Id="R7c1efe13253345c6" /><Relationship Type="http://schemas.openxmlformats.org/officeDocument/2006/relationships/slide" Target="/ppt/slides/slide5.xml" Id="Rab0d1ad480d04f40" /><Relationship Type="http://schemas.openxmlformats.org/officeDocument/2006/relationships/slide" Target="/ppt/slides/slide6.xml" Id="Rf900b79244374e5f" /><Relationship Type="http://schemas.openxmlformats.org/officeDocument/2006/relationships/slide" Target="/ppt/slides/slide7.xml" Id="R6b72d879afb444b4" /><Relationship Type="http://schemas.openxmlformats.org/officeDocument/2006/relationships/slide" Target="/ppt/slides/slide8.xml" Id="R6f86186284984d1e" /><Relationship Type="http://schemas.openxmlformats.org/officeDocument/2006/relationships/slide" Target="/ppt/slides/slide9.xml" Id="Ra8bf4ec3484f4ba2" /><Relationship Type="http://schemas.openxmlformats.org/officeDocument/2006/relationships/slide" Target="/ppt/slides/slide10.xml" Id="R83b9a68dd74d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91c83312f14b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dadd0f8a84ae4" /><Relationship Type="http://schemas.openxmlformats.org/officeDocument/2006/relationships/notesMaster" Target="/ppt/notesMasters/notesMaster1.xml" Id="Rcd4f0c41ca774b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4aa2f0a96f42ba" /><Relationship Type="http://schemas.openxmlformats.org/officeDocument/2006/relationships/notesMaster" Target="/ppt/notesMasters/notesMaster1.xml" Id="Ra38dd028b9534e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1d83fab4747e0" /><Relationship Type="http://schemas.openxmlformats.org/officeDocument/2006/relationships/notesMaster" Target="/ppt/notesMasters/notesMaster1.xml" Id="R4e284908308a46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6e3473ffd4a16" /><Relationship Type="http://schemas.openxmlformats.org/officeDocument/2006/relationships/notesMaster" Target="/ppt/notesMasters/notesMaster1.xml" Id="Rca62bcbcf49746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77bed4645f49d9" /><Relationship Type="http://schemas.openxmlformats.org/officeDocument/2006/relationships/notesMaster" Target="/ppt/notesMasters/notesMaster1.xml" Id="R6f50e6d00aa646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ac64580b8424a" /><Relationship Type="http://schemas.openxmlformats.org/officeDocument/2006/relationships/notesMaster" Target="/ppt/notesMasters/notesMaster1.xml" Id="R43d3a0a6aefc40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6f81f2ca34f8c" /><Relationship Type="http://schemas.openxmlformats.org/officeDocument/2006/relationships/notesMaster" Target="/ppt/notesMasters/notesMaster1.xml" Id="Rf6df1196468d45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5c545da2f442c4" /><Relationship Type="http://schemas.openxmlformats.org/officeDocument/2006/relationships/notesMaster" Target="/ppt/notesMasters/notesMaster1.xml" Id="R6f43ac2844864a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e70e9bdcf4190" /><Relationship Type="http://schemas.openxmlformats.org/officeDocument/2006/relationships/notesMaster" Target="/ppt/notesMasters/notesMaster1.xml" Id="R415c566a060742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cbe20855754fd3" /><Relationship Type="http://schemas.openxmlformats.org/officeDocument/2006/relationships/notesMaster" Target="/ppt/notesMasters/notesMaster1.xml" Id="R0a1b5f81bcac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6148d72c547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adf1306514652" /><Relationship Type="http://schemas.openxmlformats.org/officeDocument/2006/relationships/slideLayout" Target="/ppt/slideLayouts/slideLayout1.xml" Id="Rf9d71ef16ad94f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71ef16ad94f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ed26914b1445c" /><Relationship Type="http://schemas.openxmlformats.org/officeDocument/2006/relationships/image" Target="/ppt/media/image.png" Id="Racb937f0618449b2" /><Relationship Type="http://schemas.openxmlformats.org/officeDocument/2006/relationships/image" Target="/ppt/media/image.svg" Id="R83c4e7f2f25b4225" /><Relationship Type="http://schemas.openxmlformats.org/officeDocument/2006/relationships/notesSlide" Target="/ppt/notesSlides/notesSlide1.xml" Id="R6ee2d8347616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6bdc8d2004aa2" /><Relationship Type="http://schemas.openxmlformats.org/officeDocument/2006/relationships/notesSlide" Target="/ppt/notesSlides/notesSlide2.xml" Id="Rbfe075a2f3da4b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60e620b1b4dab" /><Relationship Type="http://schemas.openxmlformats.org/officeDocument/2006/relationships/notesSlide" Target="/ppt/notesSlides/notesSlide3.xml" Id="R8b24a80e193e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f2d47b8d24ed5" /><Relationship Type="http://schemas.openxmlformats.org/officeDocument/2006/relationships/notesSlide" Target="/ppt/notesSlides/notesSlide4.xml" Id="Rcfc0efb346e1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8d83dbafe4d3d" /><Relationship Type="http://schemas.openxmlformats.org/officeDocument/2006/relationships/notesSlide" Target="/ppt/notesSlides/notesSlide5.xml" Id="Rb1d6074bcabf47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45f8514894b73" /><Relationship Type="http://schemas.openxmlformats.org/officeDocument/2006/relationships/notesSlide" Target="/ppt/notesSlides/notesSlide6.xml" Id="R7d12ef35d3c142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ae8740c74c69" /><Relationship Type="http://schemas.openxmlformats.org/officeDocument/2006/relationships/notesSlide" Target="/ppt/notesSlides/notesSlide7.xml" Id="R52e24da68bb442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07c1dac534ff8" /><Relationship Type="http://schemas.openxmlformats.org/officeDocument/2006/relationships/notesSlide" Target="/ppt/notesSlides/notesSlide8.xml" Id="Re9fbef929a2845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c4cc4a6ee4e25" /><Relationship Type="http://schemas.openxmlformats.org/officeDocument/2006/relationships/notesSlide" Target="/ppt/notesSlides/notesSlide9.xml" Id="Rf297e757ba3c45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2a8e34db947db" /><Relationship Type="http://schemas.openxmlformats.org/officeDocument/2006/relationships/notesSlide" Target="/ppt/notesSlides/notesSlide10.xml" Id="Ra2c80d4197b241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BE49151-B0B2-4D84-A91F-3B7EBF1A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WEB SITE PROPOSAL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D81AD45-0B53-47D5-AB39-9D9D19C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3028"/>
                </a:solidFill>
              </a:defRPr>
            </a:pPr>
            <a:r>
              <a:rPr sz="3600" b="1">
                <a:solidFill>
                  <a:srgbClr val="0E3028"/>
                </a:solidFill>
              </a:rPr>
              <a:t>{{PROPOSAL_TITLE}}</a:t>
            </a:r>
          </a:p>
        </p:txBody>
      </p:sp>
      <p:sp>
        <p:nvSpPr>
          <p:cNvPr id="3" name="cover-company">
            <a:extLst xmlns:a="http://schemas.openxmlformats.org/drawingml/2006/main">
              <a:ext uri="{FF2B5EF4-FFF2-40B4-BE49-F238E27FC236}">
                <a16:creationId xmlns:a16="http://schemas.microsoft.com/office/drawing/2014/main" id="{C0D47D33-845A-4B47-908C-FB5E3BF2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B3A"/>
                </a:solidFill>
              </a:defRPr>
            </a:pPr>
            <a:r>
              <a:rPr sz="1800" b="1">
                <a:solidFill>
                  <a:srgbClr val="075B3A"/>
                </a:solidFill>
              </a:rPr>
              <a:t>{{COMPANY}} 様</a:t>
            </a:r>
          </a:p>
        </p:txBody>
      </p:sp>
      <p:sp>
        <p:nvSpPr>
          <p:cNvPr id="4" name="cover-concept">
            <a:extLst xmlns:a="http://schemas.openxmlformats.org/drawingml/2006/main">
              <a:ext uri="{FF2B5EF4-FFF2-40B4-BE49-F238E27FC236}">
                <a16:creationId xmlns:a16="http://schemas.microsoft.com/office/drawing/2014/main" id="{1D741BC2-D530-43FA-B0D2-16EB3BCF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4"/>
                </a:solidFill>
              </a:defRPr>
            </a:pPr>
            <a:r>
              <a:rPr sz="1350" b="0">
                <a:solidFill>
                  <a:srgbClr val="5C6B64"/>
                </a:solidFill>
              </a:rPr>
              <a:t>{{CONCEPT}}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37f0618449b2">
            <a:extLst>
              <a:ext uri="{96DAC541-7B7A-43D3-8B79-37D633B846F1}">
                <asvg:svgBlip xmlns:asvg="http://schemas.microsoft.com/office/drawing/2016/SVG/main" r:embed="R83c4e7f2f25b42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" y="8858250"/>
            <a:ext cx="1181100" cy="685800"/>
          </a:xfrm>
          <a:prstGeom xmlns:a="http://schemas.openxmlformats.org/drawingml/2006/main" prst="rect">
            <a:avLst/>
          </a:prstGeom>
        </p:spPr>
      </p:pic>
      <p:sp>
        <p:nvSpPr>
          <p:cNvPr id="6" name="cover-logo-text">
            <a:extLst xmlns:a="http://schemas.openxmlformats.org/drawingml/2006/main">
              <a:ext uri="{FF2B5EF4-FFF2-40B4-BE49-F238E27FC236}">
                <a16:creationId xmlns:a16="http://schemas.microsoft.com/office/drawing/2014/main" id="{52DD5679-48C4-4724-A0E4-64226A2C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9725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3028"/>
                </a:solidFill>
              </a:defRPr>
            </a:pPr>
            <a:r>
              <a:rPr sz="1200" b="1">
                <a:solidFill>
                  <a:srgbClr val="0E3028"/>
                </a:solidFill>
              </a:rPr>
              <a:t>WSW</a:t>
            </a:r>
          </a:p>
          <a:p xmlns:a="http://schemas.openxmlformats.org/drawingml/2006/main">
            <a:pPr algn="l">
              <a:defRPr sz="1200" b="1">
                <a:solidFill>
                  <a:srgbClr val="0E3028"/>
                </a:solidFill>
              </a:defRPr>
            </a:pPr>
            <a:r>
              <a:rPr sz="1200" b="1">
                <a:solidFill>
                  <a:srgbClr val="0E3028"/>
                </a:solidFill>
              </a:rPr>
              <a:t>WANI SAN WEB</a:t>
            </a:r>
          </a:p>
        </p:txBody>
      </p:sp>
      <p:sp>
        <p:nvSpPr>
          <p:cNvPr id="7" name="cover-id">
            <a:extLst xmlns:a="http://schemas.openxmlformats.org/drawingml/2006/main">
              <a:ext uri="{FF2B5EF4-FFF2-40B4-BE49-F238E27FC236}">
                <a16:creationId xmlns:a16="http://schemas.microsoft.com/office/drawing/2014/main" id="{11856095-6FC2-4487-8B41-1B0A23ED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27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{{HEARING_ID}}</a:t>
            </a:r>
          </a:p>
        </p:txBody>
      </p:sp>
    </p:spTree>
    <p:extLst>
      <p:ext uri="{BB962C8B-B14F-4D97-AF65-F5344CB8AC3E}">
        <p14:creationId xmlns:p14="http://schemas.microsoft.com/office/powerpoint/2010/main" val="1121535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rand-2">
            <a:extLst xmlns:a="http://schemas.openxmlformats.org/drawingml/2006/main">
              <a:ext uri="{FF2B5EF4-FFF2-40B4-BE49-F238E27FC236}">
                <a16:creationId xmlns:a16="http://schemas.microsoft.com/office/drawing/2014/main" id="{BC6541FA-1204-4EB4-83A4-1AA3496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6B15D01E-2DDE-4339-B97B-66BE4957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02</a:t>
            </a:r>
          </a:p>
        </p:txBody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471BD22E-D1D3-4614-9D95-AB70126F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AGENDA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6C605120-4909-4948-AB4A-524B8B7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アジェンダ</a:t>
            </a:r>
          </a:p>
        </p:txBody>
      </p:sp>
      <p:sp>
        <p:nvSpPr>
          <p:cNvPr id="5" name="lead-2">
            <a:extLst xmlns:a="http://schemas.openxmlformats.org/drawingml/2006/main">
              <a:ext uri="{FF2B5EF4-FFF2-40B4-BE49-F238E27FC236}">
                <a16:creationId xmlns:a16="http://schemas.microsoft.com/office/drawing/2014/main" id="{868A7621-1CA3-4772-882F-3F2F56D7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ヒアリング内容から制作着手まで、設計の順番に沿ってご説明します。</a:t>
            </a:r>
          </a:p>
        </p:txBody>
      </p:sp>
      <p:sp>
        <p:nvSpPr>
          <p:cNvPr id="6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E48E2BB6-A0BB-4480-8E89-090A938E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">
            <a:extLst xmlns:a="http://schemas.openxmlformats.org/drawingml/2006/main">
              <a:ext uri="{FF2B5EF4-FFF2-40B4-BE49-F238E27FC236}">
                <a16:creationId xmlns:a16="http://schemas.microsoft.com/office/drawing/2014/main" id="{6B4C7847-E8F0-4F55-B5A6-0FA099BA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agenda-no-0">
            <a:extLst xmlns:a="http://schemas.openxmlformats.org/drawingml/2006/main">
              <a:ext uri="{FF2B5EF4-FFF2-40B4-BE49-F238E27FC236}">
                <a16:creationId xmlns:a16="http://schemas.microsoft.com/office/drawing/2014/main" id="{3311C611-043D-4655-89DC-D774816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01</a:t>
            </a:r>
          </a:p>
        </p:txBody>
      </p:sp>
      <p:sp>
        <p:nvSpPr>
          <p:cNvPr id="9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0ED1397D-A990-4A40-9999-5269C411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ヒアリング内容</a:t>
            </a:r>
          </a:p>
        </p:txBody>
      </p:sp>
      <p:sp>
        <p:nvSpPr>
          <p:cNvPr id="10" name="agenda-body-0">
            <a:extLst xmlns:a="http://schemas.openxmlformats.org/drawingml/2006/main">
              <a:ext uri="{FF2B5EF4-FFF2-40B4-BE49-F238E27FC236}">
                <a16:creationId xmlns:a16="http://schemas.microsoft.com/office/drawing/2014/main" id="{48C96C01-CC3E-45DF-A4DF-EDBB84F3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ご回答内容と制作条件</a:t>
            </a:r>
          </a:p>
        </p:txBody>
      </p:sp>
      <p:sp>
        <p:nvSpPr>
          <p:cNvPr id="11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FBF95DFD-8A70-4073-9DB7-DE280C6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genda-no-1">
            <a:extLst xmlns:a="http://schemas.openxmlformats.org/drawingml/2006/main">
              <a:ext uri="{FF2B5EF4-FFF2-40B4-BE49-F238E27FC236}">
                <a16:creationId xmlns:a16="http://schemas.microsoft.com/office/drawing/2014/main" id="{1C0BA309-4E6F-406C-8172-68A82A2B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02</a:t>
            </a:r>
          </a:p>
        </p:txBody>
      </p:sp>
      <p:sp>
        <p:nvSpPr>
          <p:cNvPr id="13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222F942D-E56B-4B05-B1BD-4FD2096E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方針</a:t>
            </a:r>
          </a:p>
        </p:txBody>
      </p:sp>
      <p:sp>
        <p:nvSpPr>
          <p:cNvPr id="14" name="agenda-body-1">
            <a:extLst xmlns:a="http://schemas.openxmlformats.org/drawingml/2006/main">
              <a:ext uri="{FF2B5EF4-FFF2-40B4-BE49-F238E27FC236}">
                <a16:creationId xmlns:a16="http://schemas.microsoft.com/office/drawing/2014/main" id="{B3638C8F-CD45-4804-9455-957E3C3C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575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目的・ターゲット・優先事項</a:t>
            </a:r>
          </a:p>
        </p:txBody>
      </p:sp>
      <p:sp>
        <p:nvSpPr>
          <p:cNvPr id="15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94DB0ED5-5695-4442-8CA6-7976C2D6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338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genda-no-2">
            <a:extLst xmlns:a="http://schemas.openxmlformats.org/drawingml/2006/main">
              <a:ext uri="{FF2B5EF4-FFF2-40B4-BE49-F238E27FC236}">
                <a16:creationId xmlns:a16="http://schemas.microsoft.com/office/drawing/2014/main" id="{74FF554C-F82F-4869-A2D4-E82D2755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03</a:t>
            </a:r>
          </a:p>
        </p:txBody>
      </p:sp>
      <p:sp>
        <p:nvSpPr>
          <p:cNvPr id="17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94476D82-3DDB-4FD0-BB68-54316FF4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767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サイトマップ</a:t>
            </a:r>
          </a:p>
        </p:txBody>
      </p:sp>
      <p:sp>
        <p:nvSpPr>
          <p:cNvPr id="18" name="agenda-body-2">
            <a:extLst xmlns:a="http://schemas.openxmlformats.org/drawingml/2006/main">
              <a:ext uri="{FF2B5EF4-FFF2-40B4-BE49-F238E27FC236}">
                <a16:creationId xmlns:a16="http://schemas.microsoft.com/office/drawing/2014/main" id="{E0672D39-140C-4A92-907F-D206758E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957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必要ページと役割</a:t>
            </a:r>
          </a:p>
        </p:txBody>
      </p:sp>
      <p:sp>
        <p:nvSpPr>
          <p:cNvPr id="19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35FA0FC2-A901-4540-82D1-8F66A5D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genda-no-3">
            <a:extLst xmlns:a="http://schemas.openxmlformats.org/drawingml/2006/main">
              <a:ext uri="{FF2B5EF4-FFF2-40B4-BE49-F238E27FC236}">
                <a16:creationId xmlns:a16="http://schemas.microsoft.com/office/drawing/2014/main" id="{B6999776-D828-4C00-A2B7-96022F5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04</a:t>
            </a:r>
          </a:p>
        </p:txBody>
      </p:sp>
      <p:sp>
        <p:nvSpPr>
          <p:cNvPr id="21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5EB32EE-0A6F-4C44-8664-7B049208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14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ページラフ案</a:t>
            </a:r>
          </a:p>
        </p:txBody>
      </p:sp>
      <p:sp>
        <p:nvSpPr>
          <p:cNvPr id="22" name="agenda-body-3">
            <a:extLst xmlns:a="http://schemas.openxmlformats.org/drawingml/2006/main">
              <a:ext uri="{FF2B5EF4-FFF2-40B4-BE49-F238E27FC236}">
                <a16:creationId xmlns:a16="http://schemas.microsoft.com/office/drawing/2014/main" id="{A59F2C87-1B79-47F9-8B37-FACC3D42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339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各ページの役割・目的・流れ・具体表現</a:t>
            </a:r>
          </a:p>
        </p:txBody>
      </p:sp>
      <p:sp>
        <p:nvSpPr>
          <p:cNvPr id="23" name="agenda-line-3">
            <a:extLst xmlns:a="http://schemas.openxmlformats.org/drawingml/2006/main">
              <a:ext uri="{FF2B5EF4-FFF2-40B4-BE49-F238E27FC236}">
                <a16:creationId xmlns:a16="http://schemas.microsoft.com/office/drawing/2014/main" id="{5166AA53-CB3F-43BC-A602-8D4CC494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02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genda-no-4">
            <a:extLst xmlns:a="http://schemas.openxmlformats.org/drawingml/2006/main">
              <a:ext uri="{FF2B5EF4-FFF2-40B4-BE49-F238E27FC236}">
                <a16:creationId xmlns:a16="http://schemas.microsoft.com/office/drawing/2014/main" id="{C015DDCD-7F13-44B6-AAFF-521C7E7A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72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05</a:t>
            </a:r>
          </a:p>
        </p:txBody>
      </p:sp>
      <p:sp>
        <p:nvSpPr>
          <p:cNvPr id="25" name="agenda-title-4">
            <a:extLst xmlns:a="http://schemas.openxmlformats.org/drawingml/2006/main">
              <a:ext uri="{FF2B5EF4-FFF2-40B4-BE49-F238E27FC236}">
                <a16:creationId xmlns:a16="http://schemas.microsoft.com/office/drawing/2014/main" id="{40153659-B85D-4891-8FB3-E92962B2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53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機能</a:t>
            </a:r>
          </a:p>
        </p:txBody>
      </p:sp>
      <p:sp>
        <p:nvSpPr>
          <p:cNvPr id="26" name="agenda-body-4">
            <a:extLst xmlns:a="http://schemas.openxmlformats.org/drawingml/2006/main">
              <a:ext uri="{FF2B5EF4-FFF2-40B4-BE49-F238E27FC236}">
                <a16:creationId xmlns:a16="http://schemas.microsoft.com/office/drawing/2014/main" id="{D472DE45-7BDE-49B4-827A-164C0B07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721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標準機能とオプション機能</a:t>
            </a:r>
          </a:p>
        </p:txBody>
      </p:sp>
      <p:sp>
        <p:nvSpPr>
          <p:cNvPr id="27" name="agenda-line-4">
            <a:extLst xmlns:a="http://schemas.openxmlformats.org/drawingml/2006/main">
              <a:ext uri="{FF2B5EF4-FFF2-40B4-BE49-F238E27FC236}">
                <a16:creationId xmlns:a16="http://schemas.microsoft.com/office/drawing/2014/main" id="{95AE529F-5487-4284-A53E-E9B26AFE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genda-no-5">
            <a:extLst xmlns:a="http://schemas.openxmlformats.org/drawingml/2006/main">
              <a:ext uri="{FF2B5EF4-FFF2-40B4-BE49-F238E27FC236}">
                <a16:creationId xmlns:a16="http://schemas.microsoft.com/office/drawing/2014/main" id="{45D854B9-363E-49DD-AB5E-27D0A66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10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06</a:t>
            </a:r>
          </a:p>
        </p:txBody>
      </p:sp>
      <p:sp>
        <p:nvSpPr>
          <p:cNvPr id="29" name="agenda-title-5">
            <a:extLst xmlns:a="http://schemas.openxmlformats.org/drawingml/2006/main">
              <a:ext uri="{FF2B5EF4-FFF2-40B4-BE49-F238E27FC236}">
                <a16:creationId xmlns:a16="http://schemas.microsoft.com/office/drawing/2014/main" id="{24DD1DE8-934C-40BC-9962-77E83D33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91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デザイン</a:t>
            </a:r>
          </a:p>
        </p:txBody>
      </p:sp>
      <p:sp>
        <p:nvSpPr>
          <p:cNvPr id="30" name="agenda-body-5">
            <a:extLst xmlns:a="http://schemas.openxmlformats.org/drawingml/2006/main">
              <a:ext uri="{FF2B5EF4-FFF2-40B4-BE49-F238E27FC236}">
                <a16:creationId xmlns:a16="http://schemas.microsoft.com/office/drawing/2014/main" id="{BCEE65C2-2674-4C59-BE88-C1A57710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8103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2つの軸とカラー</a:t>
            </a:r>
          </a:p>
        </p:txBody>
      </p:sp>
      <p:sp>
        <p:nvSpPr>
          <p:cNvPr id="31" name="agenda-line-5">
            <a:extLst xmlns:a="http://schemas.openxmlformats.org/drawingml/2006/main">
              <a:ext uri="{FF2B5EF4-FFF2-40B4-BE49-F238E27FC236}">
                <a16:creationId xmlns:a16="http://schemas.microsoft.com/office/drawing/2014/main" id="{423CB5F5-0761-4CC3-8B31-8238079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genda-no-6">
            <a:extLst xmlns:a="http://schemas.openxmlformats.org/drawingml/2006/main">
              <a:ext uri="{FF2B5EF4-FFF2-40B4-BE49-F238E27FC236}">
                <a16:creationId xmlns:a16="http://schemas.microsoft.com/office/drawing/2014/main" id="{93EDA77E-753E-402F-A004-BEDA0B33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07</a:t>
            </a:r>
          </a:p>
        </p:txBody>
      </p:sp>
      <p:sp>
        <p:nvSpPr>
          <p:cNvPr id="33" name="agenda-title-6">
            <a:extLst xmlns:a="http://schemas.openxmlformats.org/drawingml/2006/main">
              <a:ext uri="{FF2B5EF4-FFF2-40B4-BE49-F238E27FC236}">
                <a16:creationId xmlns:a16="http://schemas.microsoft.com/office/drawing/2014/main" id="{15BD8681-C343-4F6A-B0FB-5E331B8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9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今後の流れ</a:t>
            </a:r>
          </a:p>
        </p:txBody>
      </p:sp>
      <p:sp>
        <p:nvSpPr>
          <p:cNvPr id="34" name="agenda-body-6">
            <a:extLst xmlns:a="http://schemas.openxmlformats.org/drawingml/2006/main">
              <a:ext uri="{FF2B5EF4-FFF2-40B4-BE49-F238E27FC236}">
                <a16:creationId xmlns:a16="http://schemas.microsoft.com/office/drawing/2014/main" id="{780AB284-8B61-471E-A670-A227464C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485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ご発注から公開・運用まで</a:t>
            </a:r>
          </a:p>
        </p:txBody>
      </p:sp>
      <p:sp>
        <p:nvSpPr>
          <p:cNvPr id="35" name="agenda-line-6">
            <a:extLst xmlns:a="http://schemas.openxmlformats.org/drawingml/2006/main">
              <a:ext uri="{FF2B5EF4-FFF2-40B4-BE49-F238E27FC236}">
                <a16:creationId xmlns:a16="http://schemas.microsoft.com/office/drawing/2014/main" id="{2E64E6A9-A1A7-4E5F-9FA1-161E673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genda-no-7">
            <a:extLst xmlns:a="http://schemas.openxmlformats.org/drawingml/2006/main">
              <a:ext uri="{FF2B5EF4-FFF2-40B4-BE49-F238E27FC236}">
                <a16:creationId xmlns:a16="http://schemas.microsoft.com/office/drawing/2014/main" id="{B2B450E3-318F-47E1-BA14-06C36B6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86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4218"/>
                </a:solidFill>
              </a:defRPr>
            </a:pPr>
            <a:r>
              <a:rPr sz="1125" b="1">
                <a:solidFill>
                  <a:srgbClr val="C74218"/>
                </a:solidFill>
              </a:rPr>
              <a:t>08</a:t>
            </a:r>
          </a:p>
        </p:txBody>
      </p:sp>
      <p:sp>
        <p:nvSpPr>
          <p:cNvPr id="37" name="agenda-title-7">
            <a:extLst xmlns:a="http://schemas.openxmlformats.org/drawingml/2006/main">
              <a:ext uri="{FF2B5EF4-FFF2-40B4-BE49-F238E27FC236}">
                <a16:creationId xmlns:a16="http://schemas.microsoft.com/office/drawing/2014/main" id="{05064BF1-4198-4DCC-AFEB-AC413016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677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直近のタスク</a:t>
            </a:r>
          </a:p>
        </p:txBody>
      </p:sp>
      <p:sp>
        <p:nvSpPr>
          <p:cNvPr id="38" name="agenda-body-7">
            <a:extLst xmlns:a="http://schemas.openxmlformats.org/drawingml/2006/main">
              <a:ext uri="{FF2B5EF4-FFF2-40B4-BE49-F238E27FC236}">
                <a16:creationId xmlns:a16="http://schemas.microsoft.com/office/drawing/2014/main" id="{27376E78-C625-4A39-9E09-ACA7587E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84867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次回までに進めること</a:t>
            </a:r>
          </a:p>
        </p:txBody>
      </p:sp>
      <p:sp>
        <p:nvSpPr>
          <p:cNvPr id="39" name="agenda-line-7">
            <a:extLst xmlns:a="http://schemas.openxmlformats.org/drawingml/2006/main">
              <a:ext uri="{FF2B5EF4-FFF2-40B4-BE49-F238E27FC236}">
                <a16:creationId xmlns:a16="http://schemas.microsoft.com/office/drawing/2014/main" id="{0AA57305-D6B1-443D-9D14-29F8219B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63025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4203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3">
            <a:extLst xmlns:a="http://schemas.openxmlformats.org/drawingml/2006/main">
              <a:ext uri="{FF2B5EF4-FFF2-40B4-BE49-F238E27FC236}">
                <a16:creationId xmlns:a16="http://schemas.microsoft.com/office/drawing/2014/main" id="{0EA3F95F-84E3-4D56-8B93-ECEFB015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C492813B-5CD3-48BC-B8B6-F573A780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03</a:t>
            </a:r>
          </a:p>
        </p:txBody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165DE2F4-8995-4A87-95B1-D47DFBB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HEARING SUMMARY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21A90CD8-1C77-454B-B7A4-789D6A2A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ヒアリング内容の整理</a:t>
            </a:r>
          </a:p>
        </p:txBody>
      </p:sp>
      <p:sp>
        <p:nvSpPr>
          <p:cNvPr id="5" name="lead-3">
            <a:extLst xmlns:a="http://schemas.openxmlformats.org/drawingml/2006/main">
              <a:ext uri="{FF2B5EF4-FFF2-40B4-BE49-F238E27FC236}">
                <a16:creationId xmlns:a16="http://schemas.microsoft.com/office/drawing/2014/main" id="{95036D4A-78BC-44C5-AE3A-7AC44994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ご回答内容を、サイト設計に必要な情報へ整理しています。</a:t>
            </a:r>
          </a:p>
        </p:txBody>
      </p:sp>
      <p:sp>
        <p:nvSpPr>
          <p:cNvPr id="6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736FD2B1-D51F-4A47-AD14-F2A41390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">
            <a:extLst xmlns:a="http://schemas.openxmlformats.org/drawingml/2006/main">
              <a:ext uri="{FF2B5EF4-FFF2-40B4-BE49-F238E27FC236}">
                <a16:creationId xmlns:a16="http://schemas.microsoft.com/office/drawing/2014/main" id="{A93301D8-7D01-4DCF-839F-AF085CE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hearing-card-0">
            <a:extLst xmlns:a="http://schemas.openxmlformats.org/drawingml/2006/main">
              <a:ext uri="{FF2B5EF4-FFF2-40B4-BE49-F238E27FC236}">
                <a16:creationId xmlns:a16="http://schemas.microsoft.com/office/drawing/2014/main" id="{B2813416-426D-4902-8E7B-52696561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19375"/>
            <a:ext cx="32385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9" name="hearing-label-0">
            <a:extLst xmlns:a="http://schemas.openxmlformats.org/drawingml/2006/main">
              <a:ext uri="{FF2B5EF4-FFF2-40B4-BE49-F238E27FC236}">
                <a16:creationId xmlns:a16="http://schemas.microsoft.com/office/drawing/2014/main" id="{6B9A1329-48CE-44CC-8714-0B247F8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業種</a:t>
            </a:r>
          </a:p>
        </p:txBody>
      </p:sp>
      <p:sp>
        <p:nvSpPr>
          <p:cNvPr id="10" name="hearing-value-0">
            <a:extLst xmlns:a="http://schemas.openxmlformats.org/drawingml/2006/main">
              <a:ext uri="{FF2B5EF4-FFF2-40B4-BE49-F238E27FC236}">
                <a16:creationId xmlns:a16="http://schemas.microsoft.com/office/drawing/2014/main" id="{EA43882B-F5C5-4B52-ACBE-682DF06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3028"/>
                </a:solidFill>
              </a:defRPr>
            </a:pPr>
            <a:r>
              <a:rPr sz="1275" b="1">
                <a:solidFill>
                  <a:srgbClr val="0E3028"/>
                </a:solidFill>
              </a:rPr>
              <a:t>{{INDUSTRY}}</a:t>
            </a:r>
          </a:p>
        </p:txBody>
      </p:sp>
      <p:sp>
        <p:nvSpPr>
          <p:cNvPr id="11" name="hearing-card-1">
            <a:extLst xmlns:a="http://schemas.openxmlformats.org/drawingml/2006/main">
              <a:ext uri="{FF2B5EF4-FFF2-40B4-BE49-F238E27FC236}">
                <a16:creationId xmlns:a16="http://schemas.microsoft.com/office/drawing/2014/main" id="{6A519A38-5BA7-44BB-89E9-87E192C0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19375"/>
            <a:ext cx="32385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2" name="hearing-label-1">
            <a:extLst xmlns:a="http://schemas.openxmlformats.org/drawingml/2006/main">
              <a:ext uri="{FF2B5EF4-FFF2-40B4-BE49-F238E27FC236}">
                <a16:creationId xmlns:a16="http://schemas.microsoft.com/office/drawing/2014/main" id="{155095BE-1F01-45EE-AA05-8F87B255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09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事業・サービス</a:t>
            </a:r>
          </a:p>
        </p:txBody>
      </p:sp>
      <p:sp>
        <p:nvSpPr>
          <p:cNvPr id="13" name="hearing-value-1">
            <a:extLst xmlns:a="http://schemas.openxmlformats.org/drawingml/2006/main">
              <a:ext uri="{FF2B5EF4-FFF2-40B4-BE49-F238E27FC236}">
                <a16:creationId xmlns:a16="http://schemas.microsoft.com/office/drawing/2014/main" id="{033287A5-C332-4E42-981D-6070BFF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0992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3028"/>
                </a:solidFill>
              </a:defRPr>
            </a:pPr>
            <a:r>
              <a:rPr sz="1275" b="1">
                <a:solidFill>
                  <a:srgbClr val="0E3028"/>
                </a:solidFill>
              </a:rPr>
              <a:t>{{BUSINESS}}</a:t>
            </a:r>
          </a:p>
        </p:txBody>
      </p:sp>
      <p:sp>
        <p:nvSpPr>
          <p:cNvPr id="14" name="hearing-card-2">
            <a:extLst xmlns:a="http://schemas.openxmlformats.org/drawingml/2006/main">
              <a:ext uri="{FF2B5EF4-FFF2-40B4-BE49-F238E27FC236}">
                <a16:creationId xmlns:a16="http://schemas.microsoft.com/office/drawing/2014/main" id="{32B6BD42-1A79-4EB2-9F78-FB1A8B98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57750"/>
            <a:ext cx="32385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5" name="hearing-label-2">
            <a:extLst xmlns:a="http://schemas.openxmlformats.org/drawingml/2006/main">
              <a:ext uri="{FF2B5EF4-FFF2-40B4-BE49-F238E27FC236}">
                <a16:creationId xmlns:a16="http://schemas.microsoft.com/office/drawing/2014/main" id="{FFDCBA8A-8F5C-4C93-B9F4-B1F4A96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最も来てほしいお客様</a:t>
            </a:r>
          </a:p>
        </p:txBody>
      </p:sp>
      <p:sp>
        <p:nvSpPr>
          <p:cNvPr id="16" name="hearing-value-2">
            <a:extLst xmlns:a="http://schemas.openxmlformats.org/drawingml/2006/main">
              <a:ext uri="{FF2B5EF4-FFF2-40B4-BE49-F238E27FC236}">
                <a16:creationId xmlns:a16="http://schemas.microsoft.com/office/drawing/2014/main" id="{0BBCCC5A-DE0C-456E-BB1E-3B319FCA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3028"/>
                </a:solidFill>
              </a:defRPr>
            </a:pPr>
            <a:r>
              <a:rPr sz="1275" b="1">
                <a:solidFill>
                  <a:srgbClr val="0E3028"/>
                </a:solidFill>
              </a:rPr>
              <a:t>{{TARGET}}</a:t>
            </a:r>
          </a:p>
        </p:txBody>
      </p:sp>
      <p:sp>
        <p:nvSpPr>
          <p:cNvPr id="17" name="hearing-card-3">
            <a:extLst xmlns:a="http://schemas.openxmlformats.org/drawingml/2006/main">
              <a:ext uri="{FF2B5EF4-FFF2-40B4-BE49-F238E27FC236}">
                <a16:creationId xmlns:a16="http://schemas.microsoft.com/office/drawing/2014/main" id="{D25E1628-6EB4-41F9-B21E-379A31E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32385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8" name="hearing-label-3">
            <a:extLst xmlns:a="http://schemas.openxmlformats.org/drawingml/2006/main">
              <a:ext uri="{FF2B5EF4-FFF2-40B4-BE49-F238E27FC236}">
                <a16:creationId xmlns:a16="http://schemas.microsoft.com/office/drawing/2014/main" id="{1D54B60C-91FD-4682-9FC0-75D2CCA9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48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サイトの一番の目的</a:t>
            </a:r>
          </a:p>
        </p:txBody>
      </p:sp>
      <p:sp>
        <p:nvSpPr>
          <p:cNvPr id="19" name="hearing-value-3">
            <a:extLst xmlns:a="http://schemas.openxmlformats.org/drawingml/2006/main">
              <a:ext uri="{FF2B5EF4-FFF2-40B4-BE49-F238E27FC236}">
                <a16:creationId xmlns:a16="http://schemas.microsoft.com/office/drawing/2014/main" id="{703CD48A-E5AB-4B1E-A277-88A9FB3E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483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3028"/>
                </a:solidFill>
              </a:defRPr>
            </a:pPr>
            <a:r>
              <a:rPr sz="1275" b="1">
                <a:solidFill>
                  <a:srgbClr val="0E3028"/>
                </a:solidFill>
              </a:rPr>
              <a:t>{{GOAL}}</a:t>
            </a:r>
          </a:p>
        </p:txBody>
      </p:sp>
      <p:sp>
        <p:nvSpPr>
          <p:cNvPr id="20" name="hearing-card-4">
            <a:extLst xmlns:a="http://schemas.openxmlformats.org/drawingml/2006/main">
              <a:ext uri="{FF2B5EF4-FFF2-40B4-BE49-F238E27FC236}">
                <a16:creationId xmlns:a16="http://schemas.microsoft.com/office/drawing/2014/main" id="{CC498FC1-1BA9-421B-8A3A-C2965CC0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96125"/>
            <a:ext cx="32385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21" name="hearing-label-4">
            <a:extLst xmlns:a="http://schemas.openxmlformats.org/drawingml/2006/main">
              <a:ext uri="{FF2B5EF4-FFF2-40B4-BE49-F238E27FC236}">
                <a16:creationId xmlns:a16="http://schemas.microsoft.com/office/drawing/2014/main" id="{380DDE54-0AC6-42FF-A5AB-F5F5D573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86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特に伝えたい強み</a:t>
            </a:r>
          </a:p>
        </p:txBody>
      </p:sp>
      <p:sp>
        <p:nvSpPr>
          <p:cNvPr id="22" name="hearing-value-4">
            <a:extLst xmlns:a="http://schemas.openxmlformats.org/drawingml/2006/main">
              <a:ext uri="{FF2B5EF4-FFF2-40B4-BE49-F238E27FC236}">
                <a16:creationId xmlns:a16="http://schemas.microsoft.com/office/drawing/2014/main" id="{380B96D7-84EB-4C34-AB14-04B52ECD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8667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E3028"/>
                </a:solidFill>
              </a:defRPr>
            </a:pPr>
            <a:r>
              <a:rPr sz="1275" b="0">
                <a:solidFill>
                  <a:srgbClr val="0E3028"/>
                </a:solidFill>
              </a:rPr>
              <a:t>{{STRENGTHS}}</a:t>
            </a:r>
          </a:p>
        </p:txBody>
      </p:sp>
      <p:sp>
        <p:nvSpPr>
          <p:cNvPr id="23" name="hearing-card-5">
            <a:extLst xmlns:a="http://schemas.openxmlformats.org/drawingml/2006/main">
              <a:ext uri="{FF2B5EF4-FFF2-40B4-BE49-F238E27FC236}">
                <a16:creationId xmlns:a16="http://schemas.microsoft.com/office/drawing/2014/main" id="{C7B315C2-DE17-4E2C-A35C-F645C027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096125"/>
            <a:ext cx="32385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24" name="hearing-label-5">
            <a:extLst xmlns:a="http://schemas.openxmlformats.org/drawingml/2006/main">
              <a:ext uri="{FF2B5EF4-FFF2-40B4-BE49-F238E27FC236}">
                <a16:creationId xmlns:a16="http://schemas.microsoft.com/office/drawing/2014/main" id="{048CD26C-F274-4403-876F-D09B6E9C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286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受付ID</a:t>
            </a:r>
          </a:p>
        </p:txBody>
      </p:sp>
      <p:sp>
        <p:nvSpPr>
          <p:cNvPr id="25" name="hearing-value-5">
            <a:extLst xmlns:a="http://schemas.openxmlformats.org/drawingml/2006/main">
              <a:ext uri="{FF2B5EF4-FFF2-40B4-BE49-F238E27FC236}">
                <a16:creationId xmlns:a16="http://schemas.microsoft.com/office/drawing/2014/main" id="{0BCEDC84-DB28-418C-BFFB-D42CBF3A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68667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E3028"/>
                </a:solidFill>
              </a:defRPr>
            </a:pPr>
            <a:r>
              <a:rPr sz="1275" b="0">
                <a:solidFill>
                  <a:srgbClr val="0E3028"/>
                </a:solidFill>
              </a:rPr>
              <a:t>{{HEARING_ID}}</a:t>
            </a:r>
          </a:p>
        </p:txBody>
      </p:sp>
    </p:spTree>
    <p:extLst>
      <p:ext uri="{BB962C8B-B14F-4D97-AF65-F5344CB8AC3E}">
        <p14:creationId xmlns:p14="http://schemas.microsoft.com/office/powerpoint/2010/main" val="136269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4">
            <a:extLst xmlns:a="http://schemas.openxmlformats.org/drawingml/2006/main">
              <a:ext uri="{FF2B5EF4-FFF2-40B4-BE49-F238E27FC236}">
                <a16:creationId xmlns:a16="http://schemas.microsoft.com/office/drawing/2014/main" id="{32FFBD51-519D-4FDE-BB6C-BFF96876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22642CA-AEE1-4939-B86C-BB691331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04</a:t>
            </a:r>
          </a:p>
        </p:txBody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672299FE-D9F0-4F7B-B7E9-B07BDA14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STRATEGY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090E29C5-F738-45AB-AADE-86DBCC1A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サイト方針</a:t>
            </a:r>
          </a:p>
        </p:txBody>
      </p:sp>
      <p:sp>
        <p:nvSpPr>
          <p:cNvPr id="5" name="lead-4">
            <a:extLst xmlns:a="http://schemas.openxmlformats.org/drawingml/2006/main">
              <a:ext uri="{FF2B5EF4-FFF2-40B4-BE49-F238E27FC236}">
                <a16:creationId xmlns:a16="http://schemas.microsoft.com/office/drawing/2014/main" id="{24209BE2-B308-4EF1-9CA5-5939DF6B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ヒアリング内容を、誰に・何を・どの順番で伝えるかへ変換します。</a:t>
            </a:r>
          </a:p>
        </p:txBody>
      </p:sp>
      <p:sp>
        <p:nvSpPr>
          <p:cNvPr id="6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E619143D-9594-4A6C-AE5A-E8461B55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">
            <a:extLst xmlns:a="http://schemas.openxmlformats.org/drawingml/2006/main">
              <a:ext uri="{FF2B5EF4-FFF2-40B4-BE49-F238E27FC236}">
                <a16:creationId xmlns:a16="http://schemas.microsoft.com/office/drawing/2014/main" id="{A88018EF-D129-4660-A571-204359F2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strategy-goal">
            <a:extLst xmlns:a="http://schemas.openxmlformats.org/drawingml/2006/main">
              <a:ext uri="{FF2B5EF4-FFF2-40B4-BE49-F238E27FC236}">
                <a16:creationId xmlns:a16="http://schemas.microsoft.com/office/drawing/2014/main" id="{3C682F09-86C0-4A38-9D2B-939E8F13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71750"/>
            <a:ext cx="668655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5B3A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9" name="strategy-goal-label">
            <a:extLst xmlns:a="http://schemas.openxmlformats.org/drawingml/2006/main">
              <a:ext uri="{FF2B5EF4-FFF2-40B4-BE49-F238E27FC236}">
                <a16:creationId xmlns:a16="http://schemas.microsoft.com/office/drawing/2014/main" id="{5F082C3D-4D66-4305-B053-FD8E2556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このサイトで実現したいこと</a:t>
            </a:r>
          </a:p>
        </p:txBody>
      </p:sp>
      <p:sp>
        <p:nvSpPr>
          <p:cNvPr id="10" name="strategy-goal-value">
            <a:extLst xmlns:a="http://schemas.openxmlformats.org/drawingml/2006/main">
              <a:ext uri="{FF2B5EF4-FFF2-40B4-BE49-F238E27FC236}">
                <a16:creationId xmlns:a16="http://schemas.microsoft.com/office/drawing/2014/main" id="{DBA885F2-EAC6-4444-B540-DEBFE66B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{{GOAL}}</a:t>
            </a:r>
          </a:p>
        </p:txBody>
      </p:sp>
      <p:sp>
        <p:nvSpPr>
          <p:cNvPr id="11" name="strategy-label-0">
            <a:extLst xmlns:a="http://schemas.openxmlformats.org/drawingml/2006/main">
              <a:ext uri="{FF2B5EF4-FFF2-40B4-BE49-F238E27FC236}">
                <a16:creationId xmlns:a16="http://schemas.microsoft.com/office/drawing/2014/main" id="{7C8F6069-E590-4CE7-B4FE-A963E241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想定する課題</a:t>
            </a:r>
          </a:p>
        </p:txBody>
      </p:sp>
      <p:sp>
        <p:nvSpPr>
          <p:cNvPr id="12" name="strategy-box-0">
            <a:extLst xmlns:a="http://schemas.openxmlformats.org/drawingml/2006/main">
              <a:ext uri="{FF2B5EF4-FFF2-40B4-BE49-F238E27FC236}">
                <a16:creationId xmlns:a16="http://schemas.microsoft.com/office/drawing/2014/main" id="{2AC44311-BC65-4038-818F-1CA24B7E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666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3" name="strategy-value-0">
            <a:extLst xmlns:a="http://schemas.openxmlformats.org/drawingml/2006/main">
              <a:ext uri="{FF2B5EF4-FFF2-40B4-BE49-F238E27FC236}">
                <a16:creationId xmlns:a16="http://schemas.microsoft.com/office/drawing/2014/main" id="{0AFF76DF-FE58-437A-95DE-66DF8B41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E3028"/>
                </a:solidFill>
              </a:defRPr>
            </a:pPr>
            <a:r>
              <a:rPr sz="1275" b="0">
                <a:solidFill>
                  <a:srgbClr val="0E3028"/>
                </a:solidFill>
              </a:rPr>
              <a:t>{{ISSUES}}</a:t>
            </a:r>
          </a:p>
        </p:txBody>
      </p:sp>
      <p:sp>
        <p:nvSpPr>
          <p:cNvPr id="14" name="strategy-label-1">
            <a:extLst xmlns:a="http://schemas.openxmlformats.org/drawingml/2006/main">
              <a:ext uri="{FF2B5EF4-FFF2-40B4-BE49-F238E27FC236}">
                <a16:creationId xmlns:a16="http://schemas.microsoft.com/office/drawing/2014/main" id="{4C1942B9-A6D3-4F24-96A5-DDB44992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優先して伝える内容</a:t>
            </a:r>
          </a:p>
        </p:txBody>
      </p:sp>
      <p:sp>
        <p:nvSpPr>
          <p:cNvPr id="15" name="strategy-box-1">
            <a:extLst xmlns:a="http://schemas.openxmlformats.org/drawingml/2006/main">
              <a:ext uri="{FF2B5EF4-FFF2-40B4-BE49-F238E27FC236}">
                <a16:creationId xmlns:a16="http://schemas.microsoft.com/office/drawing/2014/main" id="{5B53D44A-1C15-4FE0-A607-62D98E0C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666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6" name="strategy-value-1">
            <a:extLst xmlns:a="http://schemas.openxmlformats.org/drawingml/2006/main">
              <a:ext uri="{FF2B5EF4-FFF2-40B4-BE49-F238E27FC236}">
                <a16:creationId xmlns:a16="http://schemas.microsoft.com/office/drawing/2014/main" id="{F2273B83-DF4B-4FE5-BF61-398CF6D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E3028"/>
                </a:solidFill>
              </a:defRPr>
            </a:pPr>
            <a:r>
              <a:rPr sz="1275" b="0">
                <a:solidFill>
                  <a:srgbClr val="0E3028"/>
                </a:solidFill>
              </a:rPr>
              <a:t>{{PRIORITIES}}</a:t>
            </a:r>
          </a:p>
        </p:txBody>
      </p:sp>
      <p:sp>
        <p:nvSpPr>
          <p:cNvPr id="17" name="strategy-label-2">
            <a:extLst xmlns:a="http://schemas.openxmlformats.org/drawingml/2006/main">
              <a:ext uri="{FF2B5EF4-FFF2-40B4-BE49-F238E27FC236}">
                <a16:creationId xmlns:a16="http://schemas.microsoft.com/office/drawing/2014/main" id="{C8FDCB57-B24D-4EE7-983B-13021FF1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1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028"/>
                </a:solidFill>
              </a:defRPr>
            </a:pPr>
            <a:r>
              <a:rPr sz="1500" b="1">
                <a:solidFill>
                  <a:srgbClr val="0E3028"/>
                </a:solidFill>
              </a:rPr>
              <a:t>閲覧・行動の流れ</a:t>
            </a:r>
          </a:p>
        </p:txBody>
      </p:sp>
      <p:sp>
        <p:nvSpPr>
          <p:cNvPr id="18" name="strategy-box-2">
            <a:extLst xmlns:a="http://schemas.openxmlformats.org/drawingml/2006/main">
              <a:ext uri="{FF2B5EF4-FFF2-40B4-BE49-F238E27FC236}">
                <a16:creationId xmlns:a16="http://schemas.microsoft.com/office/drawing/2014/main" id="{C02C6312-A074-4134-98FF-62DD7256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53400"/>
            <a:ext cx="666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9" name="strategy-value-2">
            <a:extLst xmlns:a="http://schemas.openxmlformats.org/drawingml/2006/main">
              <a:ext uri="{FF2B5EF4-FFF2-40B4-BE49-F238E27FC236}">
                <a16:creationId xmlns:a16="http://schemas.microsoft.com/office/drawing/2014/main" id="{221C7EB5-E4F5-4C87-9425-3FB45700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439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E3028"/>
                </a:solidFill>
              </a:defRPr>
            </a:pPr>
            <a:r>
              <a:rPr sz="1275" b="0">
                <a:solidFill>
                  <a:srgbClr val="0E3028"/>
                </a:solidFill>
              </a:rPr>
              <a:t>{{USER_FLOW}}</a:t>
            </a:r>
          </a:p>
        </p:txBody>
      </p:sp>
    </p:spTree>
    <p:extLst>
      <p:ext uri="{BB962C8B-B14F-4D97-AF65-F5344CB8AC3E}">
        <p14:creationId xmlns:p14="http://schemas.microsoft.com/office/powerpoint/2010/main" val="89461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5">
            <a:extLst xmlns:a="http://schemas.openxmlformats.org/drawingml/2006/main">
              <a:ext uri="{FF2B5EF4-FFF2-40B4-BE49-F238E27FC236}">
                <a16:creationId xmlns:a16="http://schemas.microsoft.com/office/drawing/2014/main" id="{48C8BDA5-8A73-4A9D-A060-2D022718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C5F4F7CA-C38D-450B-9EA9-F6D51059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05</a:t>
            </a:r>
          </a:p>
        </p:txBody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521D2C29-2615-4DDD-8577-E2D1A2F0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SITE STRUCTURE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87F507FC-6AB4-4FD9-B610-A6953511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サイトマップ</a:t>
            </a:r>
          </a:p>
        </p:txBody>
      </p:sp>
      <p:sp>
        <p:nvSpPr>
          <p:cNvPr id="5" name="lead-5">
            <a:extLst xmlns:a="http://schemas.openxmlformats.org/drawingml/2006/main">
              <a:ext uri="{FF2B5EF4-FFF2-40B4-BE49-F238E27FC236}">
                <a16:creationId xmlns:a16="http://schemas.microsoft.com/office/drawing/2014/main" id="{5547A358-760B-4FE2-827A-530C27F9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ページの数だけでなく、それぞれの役割と情報のつながりを確認します。</a:t>
            </a:r>
          </a:p>
        </p:txBody>
      </p:sp>
      <p:sp>
        <p:nvSpPr>
          <p:cNvPr id="6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2C60042F-0BCF-417D-BA58-E7662AB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">
            <a:extLst xmlns:a="http://schemas.openxmlformats.org/drawingml/2006/main">
              <a:ext uri="{FF2B5EF4-FFF2-40B4-BE49-F238E27FC236}">
                <a16:creationId xmlns:a16="http://schemas.microsoft.com/office/drawing/2014/main" id="{272BCB20-43A5-4C4F-97AF-F22D661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sitemap-top">
            <a:extLst xmlns:a="http://schemas.openxmlformats.org/drawingml/2006/main">
              <a:ext uri="{FF2B5EF4-FFF2-40B4-BE49-F238E27FC236}">
                <a16:creationId xmlns:a16="http://schemas.microsoft.com/office/drawing/2014/main" id="{71D0E76D-C7EA-4AAC-9F04-9088324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47950"/>
            <a:ext cx="3257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75B3A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9" name="sitemap-top-text">
            <a:extLst xmlns:a="http://schemas.openxmlformats.org/drawingml/2006/main">
              <a:ext uri="{FF2B5EF4-FFF2-40B4-BE49-F238E27FC236}">
                <a16:creationId xmlns:a16="http://schemas.microsoft.com/office/drawing/2014/main" id="{81E5194C-8BEE-4689-8260-EB526A27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1940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TOP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サイト全体の入口</a:t>
            </a:r>
          </a:p>
        </p:txBody>
      </p:sp>
      <p:sp>
        <p:nvSpPr>
          <p:cNvPr id="10" name="sitemap-main">
            <a:extLst xmlns:a="http://schemas.openxmlformats.org/drawingml/2006/main">
              <a:ext uri="{FF2B5EF4-FFF2-40B4-BE49-F238E27FC236}">
                <a16:creationId xmlns:a16="http://schemas.microsoft.com/office/drawing/2014/main" id="{7FCDD48D-BCAF-46A9-96E0-D26640A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343650" cy="37623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1" name="sitemap-main-label">
            <a:extLst xmlns:a="http://schemas.openxmlformats.org/drawingml/2006/main">
              <a:ext uri="{FF2B5EF4-FFF2-40B4-BE49-F238E27FC236}">
                <a16:creationId xmlns:a16="http://schemas.microsoft.com/office/drawing/2014/main" id="{211F9436-7AFD-4082-B5E2-277B7D4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3A"/>
                </a:solidFill>
              </a:defRPr>
            </a:pPr>
            <a:r>
              <a:rPr sz="1050" b="1">
                <a:solidFill>
                  <a:srgbClr val="075B3A"/>
                </a:solidFill>
              </a:rPr>
              <a:t>主要ページ</a:t>
            </a:r>
          </a:p>
        </p:txBody>
      </p:sp>
      <p:sp>
        <p:nvSpPr>
          <p:cNvPr id="12" name="sitemap-main-pages">
            <a:extLst xmlns:a="http://schemas.openxmlformats.org/drawingml/2006/main">
              <a:ext uri="{FF2B5EF4-FFF2-40B4-BE49-F238E27FC236}">
                <a16:creationId xmlns:a16="http://schemas.microsoft.com/office/drawing/2014/main" id="{2129F0F8-5B50-4260-9EC2-F1C61A52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5810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3028"/>
                </a:solidFill>
              </a:defRPr>
            </a:pPr>
            <a:r>
              <a:rPr sz="1650" b="1">
                <a:solidFill>
                  <a:srgbClr val="0E3028"/>
                </a:solidFill>
              </a:rPr>
              <a:t>{{SITEMAP_MAIN}}</a:t>
            </a:r>
          </a:p>
        </p:txBody>
      </p:sp>
      <p:sp>
        <p:nvSpPr>
          <p:cNvPr id="13" name="sitemap-utility">
            <a:extLst xmlns:a="http://schemas.openxmlformats.org/drawingml/2006/main">
              <a:ext uri="{FF2B5EF4-FFF2-40B4-BE49-F238E27FC236}">
                <a16:creationId xmlns:a16="http://schemas.microsoft.com/office/drawing/2014/main" id="{4E337240-0A20-45D5-BB9C-F4B969F0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634365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4" name="sitemap-utility-label">
            <a:extLst xmlns:a="http://schemas.openxmlformats.org/drawingml/2006/main">
              <a:ext uri="{FF2B5EF4-FFF2-40B4-BE49-F238E27FC236}">
                <a16:creationId xmlns:a16="http://schemas.microsoft.com/office/drawing/2014/main" id="{63A3FD11-EA60-4BFC-BA3C-47B74065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15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3A"/>
                </a:solidFill>
              </a:defRPr>
            </a:pPr>
            <a:r>
              <a:rPr sz="1050" b="1">
                <a:solidFill>
                  <a:srgbClr val="075B3A"/>
                </a:solidFill>
              </a:rPr>
              <a:t>共通・補助ページ</a:t>
            </a:r>
          </a:p>
        </p:txBody>
      </p:sp>
      <p:sp>
        <p:nvSpPr>
          <p:cNvPr id="15" name="sitemap-utility-pages">
            <a:extLst xmlns:a="http://schemas.openxmlformats.org/drawingml/2006/main">
              <a:ext uri="{FF2B5EF4-FFF2-40B4-BE49-F238E27FC236}">
                <a16:creationId xmlns:a16="http://schemas.microsoft.com/office/drawing/2014/main" id="{D83FD553-D5C7-4AA1-B4F8-27A406AA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058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3028"/>
                </a:solidFill>
              </a:defRPr>
            </a:pPr>
            <a:r>
              <a:rPr sz="1275" b="1">
                <a:solidFill>
                  <a:srgbClr val="0E3028"/>
                </a:solidFill>
              </a:rPr>
              <a:t>{{SITEMAP_UTILITY}}</a:t>
            </a:r>
          </a:p>
        </p:txBody>
      </p:sp>
    </p:spTree>
    <p:extLst>
      <p:ext uri="{BB962C8B-B14F-4D97-AF65-F5344CB8AC3E}">
        <p14:creationId xmlns:p14="http://schemas.microsoft.com/office/powerpoint/2010/main" val="573333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brand-6">
            <a:extLst xmlns:a="http://schemas.openxmlformats.org/drawingml/2006/main">
              <a:ext uri="{FF2B5EF4-FFF2-40B4-BE49-F238E27FC236}">
                <a16:creationId xmlns:a16="http://schemas.microsoft.com/office/drawing/2014/main" id="{4D236A34-ED4B-4755-A2D2-5AEBF44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A7079162-46EA-49BD-A8F7-C640F3D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06</a:t>
            </a:r>
          </a:p>
        </p:txBody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8E365B9B-B18A-422A-951D-1560E209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PAGE ROUGH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CB34F771-A67A-49E1-A399-CD4C95F5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{{ROUGH_PAGE_TITLE}}</a:t>
            </a:r>
          </a:p>
        </p:txBody>
      </p:sp>
      <p:sp>
        <p:nvSpPr>
          <p:cNvPr id="5" name="lead-6">
            <a:extLst xmlns:a="http://schemas.openxmlformats.org/drawingml/2006/main">
              <a:ext uri="{FF2B5EF4-FFF2-40B4-BE49-F238E27FC236}">
                <a16:creationId xmlns:a16="http://schemas.microsoft.com/office/drawing/2014/main" id="{10DAAADF-D52E-4350-998D-2658B583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ページの役割・目的・流れを先に示し、その下に各エリアの具体表現を配置します。</a:t>
            </a:r>
          </a:p>
        </p:txBody>
      </p:sp>
      <p:sp>
        <p:nvSpPr>
          <p:cNvPr id="6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450FEE1D-DD5F-4C0E-BDE3-35A1AF52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6">
            <a:extLst xmlns:a="http://schemas.openxmlformats.org/drawingml/2006/main">
              <a:ext uri="{FF2B5EF4-FFF2-40B4-BE49-F238E27FC236}">
                <a16:creationId xmlns:a16="http://schemas.microsoft.com/office/drawing/2014/main" id="{DFB5FCED-ACCA-4DE8-BB03-7EEFF581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rough-brief-label-0">
            <a:extLst xmlns:a="http://schemas.openxmlformats.org/drawingml/2006/main">
              <a:ext uri="{FF2B5EF4-FFF2-40B4-BE49-F238E27FC236}">
                <a16:creationId xmlns:a16="http://schemas.microsoft.com/office/drawing/2014/main" id="{126A571F-0F68-4DAC-89B9-69B594C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ページの役割</a:t>
            </a:r>
          </a:p>
        </p:txBody>
      </p:sp>
      <p:sp>
        <p:nvSpPr>
          <p:cNvPr id="9" name="rough-brief-value-0">
            <a:extLst xmlns:a="http://schemas.openxmlformats.org/drawingml/2006/main">
              <a:ext uri="{FF2B5EF4-FFF2-40B4-BE49-F238E27FC236}">
                <a16:creationId xmlns:a16="http://schemas.microsoft.com/office/drawing/2014/main" id="{208B7354-F143-4D45-A0E1-F2FF259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098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3028"/>
                </a:solidFill>
              </a:defRPr>
            </a:pPr>
            <a:r>
              <a:rPr sz="1200" b="1">
                <a:solidFill>
                  <a:srgbClr val="0E3028"/>
                </a:solidFill>
              </a:rPr>
              <a:t>{{ROUGH_PAGE_ROLE}}</a:t>
            </a:r>
          </a:p>
        </p:txBody>
      </p:sp>
      <p:sp>
        <p:nvSpPr>
          <p:cNvPr id="10" name="rough-brief-label-1">
            <a:extLst xmlns:a="http://schemas.openxmlformats.org/drawingml/2006/main">
              <a:ext uri="{FF2B5EF4-FFF2-40B4-BE49-F238E27FC236}">
                <a16:creationId xmlns:a16="http://schemas.microsoft.com/office/drawing/2014/main" id="{13D98B66-3E69-4752-B560-EF9A18B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575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このページの目的</a:t>
            </a:r>
          </a:p>
        </p:txBody>
      </p:sp>
      <p:sp>
        <p:nvSpPr>
          <p:cNvPr id="11" name="rough-brief-value-1">
            <a:extLst xmlns:a="http://schemas.openxmlformats.org/drawingml/2006/main">
              <a:ext uri="{FF2B5EF4-FFF2-40B4-BE49-F238E27FC236}">
                <a16:creationId xmlns:a16="http://schemas.microsoft.com/office/drawing/2014/main" id="{3A0D03CF-423B-46AB-8834-6587496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384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3028"/>
                </a:solidFill>
              </a:defRPr>
            </a:pPr>
            <a:r>
              <a:rPr sz="1200" b="1">
                <a:solidFill>
                  <a:srgbClr val="0E3028"/>
                </a:solidFill>
              </a:rPr>
              <a:t>{{ROUGH_PAGE_PURPOSE}}</a:t>
            </a:r>
          </a:p>
        </p:txBody>
      </p:sp>
      <p:sp>
        <p:nvSpPr>
          <p:cNvPr id="12" name="rough-brief-label-2">
            <a:extLst xmlns:a="http://schemas.openxmlformats.org/drawingml/2006/main">
              <a:ext uri="{FF2B5EF4-FFF2-40B4-BE49-F238E27FC236}">
                <a16:creationId xmlns:a16="http://schemas.microsoft.com/office/drawing/2014/main" id="{D0B717C2-D59D-4B4D-A50A-43F108E0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86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ページ内の流れ</a:t>
            </a:r>
          </a:p>
        </p:txBody>
      </p:sp>
      <p:sp>
        <p:nvSpPr>
          <p:cNvPr id="13" name="rough-brief-value-2">
            <a:extLst xmlns:a="http://schemas.openxmlformats.org/drawingml/2006/main">
              <a:ext uri="{FF2B5EF4-FFF2-40B4-BE49-F238E27FC236}">
                <a16:creationId xmlns:a16="http://schemas.microsoft.com/office/drawing/2014/main" id="{6CA12C7E-7FBE-40D2-95B8-E6C9152A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67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E3028"/>
                </a:solidFill>
              </a:defRPr>
            </a:pPr>
            <a:r>
              <a:rPr sz="1200" b="0">
                <a:solidFill>
                  <a:srgbClr val="0E3028"/>
                </a:solidFill>
              </a:rPr>
              <a:t>{{ROUGH_PAGE_FLOW}}</a:t>
            </a:r>
          </a:p>
        </p:txBody>
      </p:sp>
      <p:sp>
        <p:nvSpPr>
          <p:cNvPr id="14" name="rough-divider">
            <a:extLst xmlns:a="http://schemas.openxmlformats.org/drawingml/2006/main">
              <a:ext uri="{FF2B5EF4-FFF2-40B4-BE49-F238E27FC236}">
                <a16:creationId xmlns:a16="http://schemas.microsoft.com/office/drawing/2014/main" id="{D06F165C-C6C0-4879-8B04-342D105F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gh-area-1">
            <a:extLst xmlns:a="http://schemas.openxmlformats.org/drawingml/2006/main">
              <a:ext uri="{FF2B5EF4-FFF2-40B4-BE49-F238E27FC236}">
                <a16:creationId xmlns:a16="http://schemas.microsoft.com/office/drawing/2014/main" id="{E4D4C22D-1EA8-4556-B321-D215DB70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66675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6" name="rough-area-no-1">
            <a:extLst xmlns:a="http://schemas.openxmlformats.org/drawingml/2006/main">
              <a:ext uri="{FF2B5EF4-FFF2-40B4-BE49-F238E27FC236}">
                <a16:creationId xmlns:a16="http://schemas.microsoft.com/office/drawing/2014/main" id="{A9D4CFFD-9D48-40D8-A0B5-A11D79A9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01</a:t>
            </a:r>
          </a:p>
        </p:txBody>
      </p:sp>
      <p:sp>
        <p:nvSpPr>
          <p:cNvPr id="17" name="rough-area-type-1">
            <a:extLst xmlns:a="http://schemas.openxmlformats.org/drawingml/2006/main">
              <a:ext uri="{FF2B5EF4-FFF2-40B4-BE49-F238E27FC236}">
                <a16:creationId xmlns:a16="http://schemas.microsoft.com/office/drawing/2014/main" id="{F55252F9-7F77-4CD7-BF22-EB339833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B3A"/>
                </a:solidFill>
              </a:defRPr>
            </a:pPr>
            <a:r>
              <a:rPr sz="825" b="1">
                <a:solidFill>
                  <a:srgbClr val="075B3A"/>
                </a:solidFill>
              </a:rPr>
              <a:t>{{AREA_1_TYPE}}</a:t>
            </a:r>
          </a:p>
        </p:txBody>
      </p:sp>
      <p:sp>
        <p:nvSpPr>
          <p:cNvPr id="18" name="rough-area-title-1">
            <a:extLst xmlns:a="http://schemas.openxmlformats.org/drawingml/2006/main">
              <a:ext uri="{FF2B5EF4-FFF2-40B4-BE49-F238E27FC236}">
                <a16:creationId xmlns:a16="http://schemas.microsoft.com/office/drawing/2014/main" id="{183EDBDE-2CC5-4BE0-A85A-350102F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3028"/>
                </a:solidFill>
              </a:defRPr>
            </a:pPr>
            <a:r>
              <a:rPr sz="1125" b="1">
                <a:solidFill>
                  <a:srgbClr val="0E3028"/>
                </a:solidFill>
              </a:rPr>
              <a:t>{{AREA_1_TITLE}}</a:t>
            </a:r>
          </a:p>
        </p:txBody>
      </p:sp>
      <p:sp>
        <p:nvSpPr>
          <p:cNvPr id="19" name="rough-area-pattern-box-1">
            <a:extLst xmlns:a="http://schemas.openxmlformats.org/drawingml/2006/main">
              <a:ext uri="{FF2B5EF4-FFF2-40B4-BE49-F238E27FC236}">
                <a16:creationId xmlns:a16="http://schemas.microsoft.com/office/drawing/2014/main" id="{E599A117-FE0C-4B4F-9D52-2982303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819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20" name="rough-area-pattern-1">
            <a:extLst xmlns:a="http://schemas.openxmlformats.org/drawingml/2006/main">
              <a:ext uri="{FF2B5EF4-FFF2-40B4-BE49-F238E27FC236}">
                <a16:creationId xmlns:a16="http://schemas.microsoft.com/office/drawing/2014/main" id="{C5A80DB2-81EC-420A-ACCF-5980E17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482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5B3A"/>
                </a:solidFill>
              </a:defRPr>
            </a:pPr>
            <a:r>
              <a:rPr sz="750" b="1">
                <a:solidFill>
                  <a:srgbClr val="075B3A"/>
                </a:solidFill>
              </a:rPr>
              <a:t>{{AREA_1_PATTERN}}</a:t>
            </a:r>
          </a:p>
        </p:txBody>
      </p:sp>
      <p:sp>
        <p:nvSpPr>
          <p:cNvPr id="21" name="rough-area-content-1">
            <a:extLst xmlns:a="http://schemas.openxmlformats.org/drawingml/2006/main">
              <a:ext uri="{FF2B5EF4-FFF2-40B4-BE49-F238E27FC236}">
                <a16:creationId xmlns:a16="http://schemas.microsoft.com/office/drawing/2014/main" id="{93C4E255-C4EB-42CB-ADE7-63C5E41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E3028"/>
                </a:solidFill>
              </a:defRPr>
            </a:pPr>
            <a:r>
              <a:rPr sz="1050" b="0">
                <a:solidFill>
                  <a:srgbClr val="0E3028"/>
                </a:solidFill>
              </a:rPr>
              <a:t>{{AREA_1_CONTENT}}</a:t>
            </a:r>
          </a:p>
        </p:txBody>
      </p:sp>
      <p:sp>
        <p:nvSpPr>
          <p:cNvPr id="22" name="rough-area-intent-1">
            <a:extLst xmlns:a="http://schemas.openxmlformats.org/drawingml/2006/main">
              <a:ext uri="{FF2B5EF4-FFF2-40B4-BE49-F238E27FC236}">
                <a16:creationId xmlns:a16="http://schemas.microsoft.com/office/drawing/2014/main" id="{E976338E-16E1-4782-94C8-482EC72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767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4"/>
                </a:solidFill>
              </a:defRPr>
            </a:pPr>
            <a:r>
              <a:rPr sz="900" b="0">
                <a:solidFill>
                  <a:srgbClr val="5C6B64"/>
                </a:solidFill>
              </a:rPr>
              <a:t>{{AREA_1_INTENT}}</a:t>
            </a:r>
          </a:p>
        </p:txBody>
      </p:sp>
      <p:sp>
        <p:nvSpPr>
          <p:cNvPr id="23" name="rough-area-2">
            <a:extLst xmlns:a="http://schemas.openxmlformats.org/drawingml/2006/main">
              <a:ext uri="{FF2B5EF4-FFF2-40B4-BE49-F238E27FC236}">
                <a16:creationId xmlns:a16="http://schemas.microsoft.com/office/drawing/2014/main" id="{9AA44584-5106-48BC-96B5-141F1C87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66675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24" name="rough-area-no-2">
            <a:extLst xmlns:a="http://schemas.openxmlformats.org/drawingml/2006/main">
              <a:ext uri="{FF2B5EF4-FFF2-40B4-BE49-F238E27FC236}">
                <a16:creationId xmlns:a16="http://schemas.microsoft.com/office/drawing/2014/main" id="{82F0DB10-C142-435A-ACC6-EF32B3E2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02</a:t>
            </a:r>
          </a:p>
        </p:txBody>
      </p:sp>
      <p:sp>
        <p:nvSpPr>
          <p:cNvPr id="25" name="rough-area-type-2">
            <a:extLst xmlns:a="http://schemas.openxmlformats.org/drawingml/2006/main">
              <a:ext uri="{FF2B5EF4-FFF2-40B4-BE49-F238E27FC236}">
                <a16:creationId xmlns:a16="http://schemas.microsoft.com/office/drawing/2014/main" id="{5127BD93-ADEA-4F5E-8A6D-52A02E60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B3A"/>
                </a:solidFill>
              </a:defRPr>
            </a:pPr>
            <a:r>
              <a:rPr sz="825" b="1">
                <a:solidFill>
                  <a:srgbClr val="075B3A"/>
                </a:solidFill>
              </a:rPr>
              <a:t>{{AREA_2_TYPE}}</a:t>
            </a:r>
          </a:p>
        </p:txBody>
      </p:sp>
      <p:sp>
        <p:nvSpPr>
          <p:cNvPr id="26" name="rough-area-title-2">
            <a:extLst xmlns:a="http://schemas.openxmlformats.org/drawingml/2006/main">
              <a:ext uri="{FF2B5EF4-FFF2-40B4-BE49-F238E27FC236}">
                <a16:creationId xmlns:a16="http://schemas.microsoft.com/office/drawing/2014/main" id="{61DB4D6F-7014-4AF4-B52D-4694E92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3028"/>
                </a:solidFill>
              </a:defRPr>
            </a:pPr>
            <a:r>
              <a:rPr sz="1125" b="1">
                <a:solidFill>
                  <a:srgbClr val="0E3028"/>
                </a:solidFill>
              </a:rPr>
              <a:t>{{AREA_2_TITLE}}</a:t>
            </a:r>
          </a:p>
        </p:txBody>
      </p:sp>
      <p:sp>
        <p:nvSpPr>
          <p:cNvPr id="27" name="rough-area-pattern-box-2">
            <a:extLst xmlns:a="http://schemas.openxmlformats.org/drawingml/2006/main">
              <a:ext uri="{FF2B5EF4-FFF2-40B4-BE49-F238E27FC236}">
                <a16:creationId xmlns:a16="http://schemas.microsoft.com/office/drawing/2014/main" id="{CB6CDA03-E637-418C-8A69-3F879289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819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28" name="rough-area-pattern-2">
            <a:extLst xmlns:a="http://schemas.openxmlformats.org/drawingml/2006/main">
              <a:ext uri="{FF2B5EF4-FFF2-40B4-BE49-F238E27FC236}">
                <a16:creationId xmlns:a16="http://schemas.microsoft.com/office/drawing/2014/main" id="{07A43D71-B63B-4EC8-92CF-AEC8CBC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245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5B3A"/>
                </a:solidFill>
              </a:defRPr>
            </a:pPr>
            <a:r>
              <a:rPr sz="750" b="1">
                <a:solidFill>
                  <a:srgbClr val="075B3A"/>
                </a:solidFill>
              </a:rPr>
              <a:t>{{AREA_2_PATTERN}}</a:t>
            </a:r>
          </a:p>
        </p:txBody>
      </p:sp>
      <p:sp>
        <p:nvSpPr>
          <p:cNvPr id="29" name="rough-area-content-2">
            <a:extLst xmlns:a="http://schemas.openxmlformats.org/drawingml/2006/main">
              <a:ext uri="{FF2B5EF4-FFF2-40B4-BE49-F238E27FC236}">
                <a16:creationId xmlns:a16="http://schemas.microsoft.com/office/drawing/2014/main" id="{BF2B6EC1-CB56-41FF-8D94-8AD35A5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530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E3028"/>
                </a:solidFill>
              </a:defRPr>
            </a:pPr>
            <a:r>
              <a:rPr sz="1050" b="0">
                <a:solidFill>
                  <a:srgbClr val="0E3028"/>
                </a:solidFill>
              </a:rPr>
              <a:t>{{AREA_2_CONTENT}}</a:t>
            </a:r>
          </a:p>
        </p:txBody>
      </p:sp>
      <p:sp>
        <p:nvSpPr>
          <p:cNvPr id="30" name="rough-area-intent-2">
            <a:extLst xmlns:a="http://schemas.openxmlformats.org/drawingml/2006/main">
              <a:ext uri="{FF2B5EF4-FFF2-40B4-BE49-F238E27FC236}">
                <a16:creationId xmlns:a16="http://schemas.microsoft.com/office/drawing/2014/main" id="{315B8D34-4323-47AA-81A8-AC25057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53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4"/>
                </a:solidFill>
              </a:defRPr>
            </a:pPr>
            <a:r>
              <a:rPr sz="900" b="0">
                <a:solidFill>
                  <a:srgbClr val="5C6B64"/>
                </a:solidFill>
              </a:rPr>
              <a:t>{{AREA_2_INTENT}}</a:t>
            </a:r>
          </a:p>
        </p:txBody>
      </p:sp>
      <p:sp>
        <p:nvSpPr>
          <p:cNvPr id="31" name="rough-area-3">
            <a:extLst xmlns:a="http://schemas.openxmlformats.org/drawingml/2006/main">
              <a:ext uri="{FF2B5EF4-FFF2-40B4-BE49-F238E27FC236}">
                <a16:creationId xmlns:a16="http://schemas.microsoft.com/office/drawing/2014/main" id="{99980E60-649B-4FA7-AF4A-F2B1DC15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66675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32" name="rough-area-no-3">
            <a:extLst xmlns:a="http://schemas.openxmlformats.org/drawingml/2006/main">
              <a:ext uri="{FF2B5EF4-FFF2-40B4-BE49-F238E27FC236}">
                <a16:creationId xmlns:a16="http://schemas.microsoft.com/office/drawing/2014/main" id="{A98D17FA-6BC2-48C0-BCF6-25F1E71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03</a:t>
            </a:r>
          </a:p>
        </p:txBody>
      </p:sp>
      <p:sp>
        <p:nvSpPr>
          <p:cNvPr id="33" name="rough-area-type-3">
            <a:extLst xmlns:a="http://schemas.openxmlformats.org/drawingml/2006/main">
              <a:ext uri="{FF2B5EF4-FFF2-40B4-BE49-F238E27FC236}">
                <a16:creationId xmlns:a16="http://schemas.microsoft.com/office/drawing/2014/main" id="{5ED54780-EA75-4820-84C3-1177C471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38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B3A"/>
                </a:solidFill>
              </a:defRPr>
            </a:pPr>
            <a:r>
              <a:rPr sz="825" b="1">
                <a:solidFill>
                  <a:srgbClr val="075B3A"/>
                </a:solidFill>
              </a:rPr>
              <a:t>{{AREA_3_TYPE}}</a:t>
            </a:r>
          </a:p>
        </p:txBody>
      </p:sp>
      <p:sp>
        <p:nvSpPr>
          <p:cNvPr id="34" name="rough-area-title-3">
            <a:extLst xmlns:a="http://schemas.openxmlformats.org/drawingml/2006/main">
              <a:ext uri="{FF2B5EF4-FFF2-40B4-BE49-F238E27FC236}">
                <a16:creationId xmlns:a16="http://schemas.microsoft.com/office/drawing/2014/main" id="{C1AC0D99-9A3F-4ADF-8D67-AFA7EB6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4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3028"/>
                </a:solidFill>
              </a:defRPr>
            </a:pPr>
            <a:r>
              <a:rPr sz="1125" b="1">
                <a:solidFill>
                  <a:srgbClr val="0E3028"/>
                </a:solidFill>
              </a:rPr>
              <a:t>{{AREA_3_TITLE}}</a:t>
            </a:r>
          </a:p>
        </p:txBody>
      </p:sp>
      <p:sp>
        <p:nvSpPr>
          <p:cNvPr id="35" name="rough-area-pattern-box-3">
            <a:extLst xmlns:a="http://schemas.openxmlformats.org/drawingml/2006/main">
              <a:ext uri="{FF2B5EF4-FFF2-40B4-BE49-F238E27FC236}">
                <a16:creationId xmlns:a16="http://schemas.microsoft.com/office/drawing/2014/main" id="{D909F7D8-36B7-46E7-AF73-3145A678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96050"/>
            <a:ext cx="819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36" name="rough-area-pattern-3">
            <a:extLst xmlns:a="http://schemas.openxmlformats.org/drawingml/2006/main">
              <a:ext uri="{FF2B5EF4-FFF2-40B4-BE49-F238E27FC236}">
                <a16:creationId xmlns:a16="http://schemas.microsoft.com/office/drawing/2014/main" id="{0F8C6CC0-6592-4305-913B-9276CF11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6008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5B3A"/>
                </a:solidFill>
              </a:defRPr>
            </a:pPr>
            <a:r>
              <a:rPr sz="750" b="1">
                <a:solidFill>
                  <a:srgbClr val="075B3A"/>
                </a:solidFill>
              </a:rPr>
              <a:t>{{AREA_3_PATTERN}}</a:t>
            </a:r>
          </a:p>
        </p:txBody>
      </p:sp>
      <p:sp>
        <p:nvSpPr>
          <p:cNvPr id="37" name="rough-area-content-3">
            <a:extLst xmlns:a="http://schemas.openxmlformats.org/drawingml/2006/main">
              <a:ext uri="{FF2B5EF4-FFF2-40B4-BE49-F238E27FC236}">
                <a16:creationId xmlns:a16="http://schemas.microsoft.com/office/drawing/2014/main" id="{F2680BFD-86D0-4AA6-ABB7-400D6159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29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E3028"/>
                </a:solidFill>
              </a:defRPr>
            </a:pPr>
            <a:r>
              <a:rPr sz="1050" b="0">
                <a:solidFill>
                  <a:srgbClr val="0E3028"/>
                </a:solidFill>
              </a:rPr>
              <a:t>{{AREA_3_CONTENT}}</a:t>
            </a:r>
          </a:p>
        </p:txBody>
      </p:sp>
      <p:sp>
        <p:nvSpPr>
          <p:cNvPr id="38" name="rough-area-intent-3">
            <a:extLst xmlns:a="http://schemas.openxmlformats.org/drawingml/2006/main">
              <a:ext uri="{FF2B5EF4-FFF2-40B4-BE49-F238E27FC236}">
                <a16:creationId xmlns:a16="http://schemas.microsoft.com/office/drawing/2014/main" id="{1FC6E9E2-1D22-410E-A7CA-CA55C65B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4293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4"/>
                </a:solidFill>
              </a:defRPr>
            </a:pPr>
            <a:r>
              <a:rPr sz="900" b="0">
                <a:solidFill>
                  <a:srgbClr val="5C6B64"/>
                </a:solidFill>
              </a:rPr>
              <a:t>{{AREA_3_INTENT}}</a:t>
            </a:r>
          </a:p>
        </p:txBody>
      </p:sp>
      <p:sp>
        <p:nvSpPr>
          <p:cNvPr id="39" name="rough-area-4">
            <a:extLst xmlns:a="http://schemas.openxmlformats.org/drawingml/2006/main">
              <a:ext uri="{FF2B5EF4-FFF2-40B4-BE49-F238E27FC236}">
                <a16:creationId xmlns:a16="http://schemas.microsoft.com/office/drawing/2014/main" id="{A7BCF010-1738-4E0C-B31F-ED4D9F2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00900"/>
            <a:ext cx="66675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40" name="rough-area-no-4">
            <a:extLst xmlns:a="http://schemas.openxmlformats.org/drawingml/2006/main">
              <a:ext uri="{FF2B5EF4-FFF2-40B4-BE49-F238E27FC236}">
                <a16:creationId xmlns:a16="http://schemas.microsoft.com/office/drawing/2014/main" id="{FAC21E6F-56D6-4CF5-A78F-7F39CFFE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04</a:t>
            </a:r>
          </a:p>
        </p:txBody>
      </p:sp>
      <p:sp>
        <p:nvSpPr>
          <p:cNvPr id="41" name="rough-area-type-4">
            <a:extLst xmlns:a="http://schemas.openxmlformats.org/drawingml/2006/main">
              <a:ext uri="{FF2B5EF4-FFF2-40B4-BE49-F238E27FC236}">
                <a16:creationId xmlns:a16="http://schemas.microsoft.com/office/drawing/2014/main" id="{35574F20-448B-4C6A-83C5-6B58BBAC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15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B3A"/>
                </a:solidFill>
              </a:defRPr>
            </a:pPr>
            <a:r>
              <a:rPr sz="825" b="1">
                <a:solidFill>
                  <a:srgbClr val="075B3A"/>
                </a:solidFill>
              </a:rPr>
              <a:t>{{AREA_4_TYPE}}</a:t>
            </a:r>
          </a:p>
        </p:txBody>
      </p:sp>
      <p:sp>
        <p:nvSpPr>
          <p:cNvPr id="42" name="rough-area-title-4">
            <a:extLst xmlns:a="http://schemas.openxmlformats.org/drawingml/2006/main">
              <a:ext uri="{FF2B5EF4-FFF2-40B4-BE49-F238E27FC236}">
                <a16:creationId xmlns:a16="http://schemas.microsoft.com/office/drawing/2014/main" id="{921A5280-A166-4385-8FE7-29237B3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24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3028"/>
                </a:solidFill>
              </a:defRPr>
            </a:pPr>
            <a:r>
              <a:rPr sz="1125" b="1">
                <a:solidFill>
                  <a:srgbClr val="0E3028"/>
                </a:solidFill>
              </a:rPr>
              <a:t>{{AREA_4_TITLE}}</a:t>
            </a:r>
          </a:p>
        </p:txBody>
      </p:sp>
      <p:sp>
        <p:nvSpPr>
          <p:cNvPr id="43" name="rough-area-pattern-box-4">
            <a:extLst xmlns:a="http://schemas.openxmlformats.org/drawingml/2006/main">
              <a:ext uri="{FF2B5EF4-FFF2-40B4-BE49-F238E27FC236}">
                <a16:creationId xmlns:a16="http://schemas.microsoft.com/office/drawing/2014/main" id="{AE97989C-EEDA-4D90-A681-3A76E56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372350"/>
            <a:ext cx="819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44" name="rough-area-pattern-4">
            <a:extLst xmlns:a="http://schemas.openxmlformats.org/drawingml/2006/main">
              <a:ext uri="{FF2B5EF4-FFF2-40B4-BE49-F238E27FC236}">
                <a16:creationId xmlns:a16="http://schemas.microsoft.com/office/drawing/2014/main" id="{02C4EADB-E00E-4AA1-867C-D467B509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477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5B3A"/>
                </a:solidFill>
              </a:defRPr>
            </a:pPr>
            <a:r>
              <a:rPr sz="750" b="1">
                <a:solidFill>
                  <a:srgbClr val="075B3A"/>
                </a:solidFill>
              </a:rPr>
              <a:t>{{AREA_4_PATTERN}}</a:t>
            </a:r>
          </a:p>
        </p:txBody>
      </p:sp>
      <p:sp>
        <p:nvSpPr>
          <p:cNvPr id="45" name="rough-area-content-4">
            <a:extLst xmlns:a="http://schemas.openxmlformats.org/drawingml/2006/main">
              <a:ext uri="{FF2B5EF4-FFF2-40B4-BE49-F238E27FC236}">
                <a16:creationId xmlns:a16="http://schemas.microsoft.com/office/drawing/2014/main" id="{B98DF893-1647-4CF9-BCDB-2DE52F40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305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E3028"/>
                </a:solidFill>
              </a:defRPr>
            </a:pPr>
            <a:r>
              <a:rPr sz="1050" b="0">
                <a:solidFill>
                  <a:srgbClr val="0E3028"/>
                </a:solidFill>
              </a:rPr>
              <a:t>{{AREA_4_CONTENT}}</a:t>
            </a:r>
          </a:p>
        </p:txBody>
      </p:sp>
      <p:sp>
        <p:nvSpPr>
          <p:cNvPr id="46" name="rough-area-intent-4">
            <a:extLst xmlns:a="http://schemas.openxmlformats.org/drawingml/2006/main">
              <a:ext uri="{FF2B5EF4-FFF2-40B4-BE49-F238E27FC236}">
                <a16:creationId xmlns:a16="http://schemas.microsoft.com/office/drawing/2014/main" id="{315F855C-9A6F-4155-90BF-BB316A6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3056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4"/>
                </a:solidFill>
              </a:defRPr>
            </a:pPr>
            <a:r>
              <a:rPr sz="900" b="0">
                <a:solidFill>
                  <a:srgbClr val="5C6B64"/>
                </a:solidFill>
              </a:rPr>
              <a:t>{{AREA_4_INTENT}}</a:t>
            </a:r>
          </a:p>
        </p:txBody>
      </p:sp>
      <p:sp>
        <p:nvSpPr>
          <p:cNvPr id="47" name="rough-area-5">
            <a:extLst xmlns:a="http://schemas.openxmlformats.org/drawingml/2006/main">
              <a:ext uri="{FF2B5EF4-FFF2-40B4-BE49-F238E27FC236}">
                <a16:creationId xmlns:a16="http://schemas.microsoft.com/office/drawing/2014/main" id="{AB1AAB7D-9A49-4841-B5DB-090681A6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77200"/>
            <a:ext cx="66675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48" name="rough-area-no-5">
            <a:extLst xmlns:a="http://schemas.openxmlformats.org/drawingml/2006/main">
              <a:ext uri="{FF2B5EF4-FFF2-40B4-BE49-F238E27FC236}">
                <a16:creationId xmlns:a16="http://schemas.microsoft.com/office/drawing/2014/main" id="{38588A55-2B84-4294-9B48-4B6D2EE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10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05</a:t>
            </a:r>
          </a:p>
        </p:txBody>
      </p:sp>
      <p:sp>
        <p:nvSpPr>
          <p:cNvPr id="49" name="rough-area-type-5">
            <a:extLst xmlns:a="http://schemas.openxmlformats.org/drawingml/2006/main">
              <a:ext uri="{FF2B5EF4-FFF2-40B4-BE49-F238E27FC236}">
                <a16:creationId xmlns:a16="http://schemas.microsoft.com/office/drawing/2014/main" id="{844D69F0-25C9-4949-BE1D-6F50CC93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91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B3A"/>
                </a:solidFill>
              </a:defRPr>
            </a:pPr>
            <a:r>
              <a:rPr sz="825" b="1">
                <a:solidFill>
                  <a:srgbClr val="075B3A"/>
                </a:solidFill>
              </a:rPr>
              <a:t>{{AREA_5_TYPE}}</a:t>
            </a:r>
          </a:p>
        </p:txBody>
      </p:sp>
      <p:sp>
        <p:nvSpPr>
          <p:cNvPr id="50" name="rough-area-title-5">
            <a:extLst xmlns:a="http://schemas.openxmlformats.org/drawingml/2006/main">
              <a:ext uri="{FF2B5EF4-FFF2-40B4-BE49-F238E27FC236}">
                <a16:creationId xmlns:a16="http://schemas.microsoft.com/office/drawing/2014/main" id="{B49555F8-AD52-4A27-82EA-8A2477DD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01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3028"/>
                </a:solidFill>
              </a:defRPr>
            </a:pPr>
            <a:r>
              <a:rPr sz="1125" b="1">
                <a:solidFill>
                  <a:srgbClr val="0E3028"/>
                </a:solidFill>
              </a:rPr>
              <a:t>{{AREA_5_TITLE}}</a:t>
            </a:r>
          </a:p>
        </p:txBody>
      </p:sp>
      <p:sp>
        <p:nvSpPr>
          <p:cNvPr id="51" name="rough-area-pattern-box-5">
            <a:extLst xmlns:a="http://schemas.openxmlformats.org/drawingml/2006/main">
              <a:ext uri="{FF2B5EF4-FFF2-40B4-BE49-F238E27FC236}">
                <a16:creationId xmlns:a16="http://schemas.microsoft.com/office/drawing/2014/main" id="{9B656693-1B50-49B5-A182-E83A3AD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248650"/>
            <a:ext cx="819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52" name="rough-area-pattern-5">
            <a:extLst xmlns:a="http://schemas.openxmlformats.org/drawingml/2006/main">
              <a:ext uri="{FF2B5EF4-FFF2-40B4-BE49-F238E27FC236}">
                <a16:creationId xmlns:a16="http://schemas.microsoft.com/office/drawing/2014/main" id="{9D153468-FC9A-4DA4-B703-28B679A7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3534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5B3A"/>
                </a:solidFill>
              </a:defRPr>
            </a:pPr>
            <a:r>
              <a:rPr sz="750" b="1">
                <a:solidFill>
                  <a:srgbClr val="075B3A"/>
                </a:solidFill>
              </a:rPr>
              <a:t>{{AREA_5_PATTERN}}</a:t>
            </a:r>
          </a:p>
        </p:txBody>
      </p:sp>
      <p:sp>
        <p:nvSpPr>
          <p:cNvPr id="53" name="rough-area-content-5">
            <a:extLst xmlns:a="http://schemas.openxmlformats.org/drawingml/2006/main">
              <a:ext uri="{FF2B5EF4-FFF2-40B4-BE49-F238E27FC236}">
                <a16:creationId xmlns:a16="http://schemas.microsoft.com/office/drawing/2014/main" id="{142F129E-F443-4749-9DBA-FF13CFC2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1819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E3028"/>
                </a:solidFill>
              </a:defRPr>
            </a:pPr>
            <a:r>
              <a:rPr sz="1050" b="0">
                <a:solidFill>
                  <a:srgbClr val="0E3028"/>
                </a:solidFill>
              </a:rPr>
              <a:t>{{AREA_5_CONTENT}}</a:t>
            </a:r>
          </a:p>
        </p:txBody>
      </p:sp>
      <p:sp>
        <p:nvSpPr>
          <p:cNvPr id="54" name="rough-area-intent-5">
            <a:extLst xmlns:a="http://schemas.openxmlformats.org/drawingml/2006/main">
              <a:ext uri="{FF2B5EF4-FFF2-40B4-BE49-F238E27FC236}">
                <a16:creationId xmlns:a16="http://schemas.microsoft.com/office/drawing/2014/main" id="{8B34F6EA-8630-4160-A0E7-D3045DAD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1819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4"/>
                </a:solidFill>
              </a:defRPr>
            </a:pPr>
            <a:r>
              <a:rPr sz="900" b="0">
                <a:solidFill>
                  <a:srgbClr val="5C6B64"/>
                </a:solidFill>
              </a:rPr>
              <a:t>{{AREA_5_INTENT}}</a:t>
            </a:r>
          </a:p>
        </p:txBody>
      </p:sp>
      <p:sp>
        <p:nvSpPr>
          <p:cNvPr id="55" name="rough-area-6">
            <a:extLst xmlns:a="http://schemas.openxmlformats.org/drawingml/2006/main">
              <a:ext uri="{FF2B5EF4-FFF2-40B4-BE49-F238E27FC236}">
                <a16:creationId xmlns:a16="http://schemas.microsoft.com/office/drawing/2014/main" id="{23F1C078-A6AF-4163-8A60-C5A2FCF7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0"/>
            <a:ext cx="66675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56" name="rough-area-no-6">
            <a:extLst xmlns:a="http://schemas.openxmlformats.org/drawingml/2006/main">
              <a:ext uri="{FF2B5EF4-FFF2-40B4-BE49-F238E27FC236}">
                <a16:creationId xmlns:a16="http://schemas.microsoft.com/office/drawing/2014/main" id="{13224992-7A6C-4F56-90B9-A13F7EEE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86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06</a:t>
            </a:r>
          </a:p>
        </p:txBody>
      </p:sp>
      <p:sp>
        <p:nvSpPr>
          <p:cNvPr id="57" name="rough-area-type-6">
            <a:extLst xmlns:a="http://schemas.openxmlformats.org/drawingml/2006/main">
              <a:ext uri="{FF2B5EF4-FFF2-40B4-BE49-F238E27FC236}">
                <a16:creationId xmlns:a16="http://schemas.microsoft.com/office/drawing/2014/main" id="{F81E9621-EE5B-418C-91F0-27436DB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678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B3A"/>
                </a:solidFill>
              </a:defRPr>
            </a:pPr>
            <a:r>
              <a:rPr sz="825" b="1">
                <a:solidFill>
                  <a:srgbClr val="075B3A"/>
                </a:solidFill>
              </a:rPr>
              <a:t>{{AREA_6_TYPE}}</a:t>
            </a:r>
          </a:p>
        </p:txBody>
      </p:sp>
      <p:sp>
        <p:nvSpPr>
          <p:cNvPr id="58" name="rough-area-title-6">
            <a:extLst xmlns:a="http://schemas.openxmlformats.org/drawingml/2006/main">
              <a:ext uri="{FF2B5EF4-FFF2-40B4-BE49-F238E27FC236}">
                <a16:creationId xmlns:a16="http://schemas.microsoft.com/office/drawing/2014/main" id="{72FA2F6C-D5E4-46B5-AF88-F07E67FA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277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3028"/>
                </a:solidFill>
              </a:defRPr>
            </a:pPr>
            <a:r>
              <a:rPr sz="1125" b="1">
                <a:solidFill>
                  <a:srgbClr val="0E3028"/>
                </a:solidFill>
              </a:rPr>
              <a:t>{{AREA_6_TITLE}}</a:t>
            </a:r>
          </a:p>
        </p:txBody>
      </p:sp>
      <p:sp>
        <p:nvSpPr>
          <p:cNvPr id="59" name="rough-area-pattern-box-6">
            <a:extLst xmlns:a="http://schemas.openxmlformats.org/drawingml/2006/main">
              <a:ext uri="{FF2B5EF4-FFF2-40B4-BE49-F238E27FC236}">
                <a16:creationId xmlns:a16="http://schemas.microsoft.com/office/drawing/2014/main" id="{BDB0F22E-DDFC-4827-8ACC-53D0E239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124950"/>
            <a:ext cx="819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60" name="rough-area-pattern-6">
            <a:extLst xmlns:a="http://schemas.openxmlformats.org/drawingml/2006/main">
              <a:ext uri="{FF2B5EF4-FFF2-40B4-BE49-F238E27FC236}">
                <a16:creationId xmlns:a16="http://schemas.microsoft.com/office/drawing/2014/main" id="{33498295-C86D-44C8-9E35-D9E5A0A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92297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5B3A"/>
                </a:solidFill>
              </a:defRPr>
            </a:pPr>
            <a:r>
              <a:rPr sz="750" b="1">
                <a:solidFill>
                  <a:srgbClr val="075B3A"/>
                </a:solidFill>
              </a:rPr>
              <a:t>{{AREA_6_PATTERN}}</a:t>
            </a:r>
          </a:p>
        </p:txBody>
      </p:sp>
      <p:sp>
        <p:nvSpPr>
          <p:cNvPr id="61" name="rough-area-content-6">
            <a:extLst xmlns:a="http://schemas.openxmlformats.org/drawingml/2006/main">
              <a:ext uri="{FF2B5EF4-FFF2-40B4-BE49-F238E27FC236}">
                <a16:creationId xmlns:a16="http://schemas.microsoft.com/office/drawing/2014/main" id="{19C49A1A-79A2-4252-9E51-31668458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582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E3028"/>
                </a:solidFill>
              </a:defRPr>
            </a:pPr>
            <a:r>
              <a:rPr sz="1050" b="0">
                <a:solidFill>
                  <a:srgbClr val="0E3028"/>
                </a:solidFill>
              </a:rPr>
              <a:t>{{AREA_6_CONTENT}}</a:t>
            </a:r>
          </a:p>
        </p:txBody>
      </p:sp>
      <p:sp>
        <p:nvSpPr>
          <p:cNvPr id="62" name="rough-area-intent-6">
            <a:extLst xmlns:a="http://schemas.openxmlformats.org/drawingml/2006/main">
              <a:ext uri="{FF2B5EF4-FFF2-40B4-BE49-F238E27FC236}">
                <a16:creationId xmlns:a16="http://schemas.microsoft.com/office/drawing/2014/main" id="{94100B32-0E78-4080-B0CD-9A9A0215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90582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4"/>
                </a:solidFill>
              </a:defRPr>
            </a:pPr>
            <a:r>
              <a:rPr sz="900" b="0">
                <a:solidFill>
                  <a:srgbClr val="5C6B64"/>
                </a:solidFill>
              </a:rPr>
              <a:t>{{AREA_6_INTENT}}</a:t>
            </a:r>
          </a:p>
        </p:txBody>
      </p:sp>
      <p:sp>
        <p:nvSpPr>
          <p:cNvPr id="63" name="rough-column-content">
            <a:extLst xmlns:a="http://schemas.openxmlformats.org/drawingml/2006/main">
              <a:ext uri="{FF2B5EF4-FFF2-40B4-BE49-F238E27FC236}">
                <a16:creationId xmlns:a16="http://schemas.microsoft.com/office/drawing/2014/main" id="{37312483-1653-4E17-9FC4-CDD9CBB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B64"/>
                </a:solidFill>
              </a:defRPr>
            </a:pPr>
            <a:r>
              <a:rPr sz="750" b="1">
                <a:solidFill>
                  <a:srgbClr val="5C6B64"/>
                </a:solidFill>
              </a:rPr>
              <a:t>掲載する内容・表現</a:t>
            </a:r>
          </a:p>
        </p:txBody>
      </p:sp>
      <p:sp>
        <p:nvSpPr>
          <p:cNvPr id="64" name="rough-column-intent">
            <a:extLst xmlns:a="http://schemas.openxmlformats.org/drawingml/2006/main">
              <a:ext uri="{FF2B5EF4-FFF2-40B4-BE49-F238E27FC236}">
                <a16:creationId xmlns:a16="http://schemas.microsoft.com/office/drawing/2014/main" id="{096E54B0-B0A5-4774-B0FB-F42028FA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910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B64"/>
                </a:solidFill>
              </a:defRPr>
            </a:pPr>
            <a:r>
              <a:rPr sz="750" b="1">
                <a:solidFill>
                  <a:srgbClr val="5C6B64"/>
                </a:solidFill>
              </a:rPr>
              <a:t>この表現の意図</a:t>
            </a:r>
          </a:p>
        </p:txBody>
      </p:sp>
    </p:spTree>
    <p:extLst>
      <p:ext uri="{BB962C8B-B14F-4D97-AF65-F5344CB8AC3E}">
        <p14:creationId xmlns:p14="http://schemas.microsoft.com/office/powerpoint/2010/main" val="1781480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7">
            <a:extLst xmlns:a="http://schemas.openxmlformats.org/drawingml/2006/main">
              <a:ext uri="{FF2B5EF4-FFF2-40B4-BE49-F238E27FC236}">
                <a16:creationId xmlns:a16="http://schemas.microsoft.com/office/drawing/2014/main" id="{F3773577-8E45-4055-83E6-2B2D31C4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F7E409FD-790E-4A51-BA9B-35B1A902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07</a:t>
            </a:r>
          </a:p>
        </p:txBody>
      </p:sp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A8BFA1CF-8421-4396-ACB4-ECF86942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FUNCTIONS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8585FD33-D591-4E6A-985C-8B41A851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機能</a:t>
            </a:r>
          </a:p>
        </p:txBody>
      </p:sp>
      <p:sp>
        <p:nvSpPr>
          <p:cNvPr id="5" name="lead-7">
            <a:extLst xmlns:a="http://schemas.openxmlformats.org/drawingml/2006/main">
              <a:ext uri="{FF2B5EF4-FFF2-40B4-BE49-F238E27FC236}">
                <a16:creationId xmlns:a16="http://schemas.microsoft.com/office/drawing/2014/main" id="{E44B7B4E-AFEF-41C8-9E0B-A537A20C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標準で整える機能と、目的に応じて追加する機能を分けて確認します。</a:t>
            </a:r>
          </a:p>
        </p:txBody>
      </p:sp>
      <p:sp>
        <p:nvSpPr>
          <p:cNvPr id="6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6BFCB83D-7127-4F4C-9D5F-FA2B5055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7">
            <a:extLst xmlns:a="http://schemas.openxmlformats.org/drawingml/2006/main">
              <a:ext uri="{FF2B5EF4-FFF2-40B4-BE49-F238E27FC236}">
                <a16:creationId xmlns:a16="http://schemas.microsoft.com/office/drawing/2014/main" id="{A0F82E4A-DEEA-4311-8DAD-CFADE362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functions-box-0">
            <a:extLst xmlns:a="http://schemas.openxmlformats.org/drawingml/2006/main">
              <a:ext uri="{FF2B5EF4-FFF2-40B4-BE49-F238E27FC236}">
                <a16:creationId xmlns:a16="http://schemas.microsoft.com/office/drawing/2014/main" id="{8F8DA8AD-8046-45AE-A9D9-C340549D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86050"/>
            <a:ext cx="3238500" cy="4191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9" name="functions-label-0">
            <a:extLst xmlns:a="http://schemas.openxmlformats.org/drawingml/2006/main">
              <a:ext uri="{FF2B5EF4-FFF2-40B4-BE49-F238E27FC236}">
                <a16:creationId xmlns:a16="http://schemas.microsoft.com/office/drawing/2014/main" id="{F95EF49D-2E12-4228-9648-4C97B226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B3A"/>
                </a:solidFill>
              </a:defRPr>
            </a:pPr>
            <a:r>
              <a:rPr sz="1800" b="1">
                <a:solidFill>
                  <a:srgbClr val="075B3A"/>
                </a:solidFill>
              </a:rPr>
              <a:t>標準機能</a:t>
            </a:r>
          </a:p>
        </p:txBody>
      </p:sp>
      <p:sp>
        <p:nvSpPr>
          <p:cNvPr id="10" name="functions-value-0">
            <a:extLst xmlns:a="http://schemas.openxmlformats.org/drawingml/2006/main">
              <a:ext uri="{FF2B5EF4-FFF2-40B4-BE49-F238E27FC236}">
                <a16:creationId xmlns:a16="http://schemas.microsoft.com/office/drawing/2014/main" id="{1EB1F06A-12D3-442D-8AEA-3A2C45D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781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3028"/>
                </a:solidFill>
              </a:defRPr>
            </a:pPr>
            <a:r>
              <a:rPr sz="1350" b="1">
                <a:solidFill>
                  <a:srgbClr val="0E3028"/>
                </a:solidFill>
              </a:rPr>
              <a:t>{{STANDARD_FUNCTIONS}}</a:t>
            </a:r>
          </a:p>
        </p:txBody>
      </p:sp>
      <p:sp>
        <p:nvSpPr>
          <p:cNvPr id="11" name="functions-box-1">
            <a:extLst xmlns:a="http://schemas.openxmlformats.org/drawingml/2006/main">
              <a:ext uri="{FF2B5EF4-FFF2-40B4-BE49-F238E27FC236}">
                <a16:creationId xmlns:a16="http://schemas.microsoft.com/office/drawing/2014/main" id="{6A0A0D39-E7DA-4C17-9FF1-CBB00541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3238500" cy="4191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2" name="functions-label-1">
            <a:extLst xmlns:a="http://schemas.openxmlformats.org/drawingml/2006/main">
              <a:ext uri="{FF2B5EF4-FFF2-40B4-BE49-F238E27FC236}">
                <a16:creationId xmlns:a16="http://schemas.microsoft.com/office/drawing/2014/main" id="{D26AA9DE-CEBE-4F23-9C76-9032739C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B3A"/>
                </a:solidFill>
              </a:defRPr>
            </a:pPr>
            <a:r>
              <a:rPr sz="1800" b="1">
                <a:solidFill>
                  <a:srgbClr val="075B3A"/>
                </a:solidFill>
              </a:rPr>
              <a:t>オプション機能</a:t>
            </a:r>
          </a:p>
        </p:txBody>
      </p:sp>
      <p:sp>
        <p:nvSpPr>
          <p:cNvPr id="13" name="functions-value-1">
            <a:extLst xmlns:a="http://schemas.openxmlformats.org/drawingml/2006/main">
              <a:ext uri="{FF2B5EF4-FFF2-40B4-BE49-F238E27FC236}">
                <a16:creationId xmlns:a16="http://schemas.microsoft.com/office/drawing/2014/main" id="{F9BAF17D-35D9-4A5B-BB81-5A6EC44D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19500"/>
            <a:ext cx="2781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3028"/>
                </a:solidFill>
              </a:defRPr>
            </a:pPr>
            <a:r>
              <a:rPr sz="1350" b="1">
                <a:solidFill>
                  <a:srgbClr val="0E3028"/>
                </a:solidFill>
              </a:rPr>
              <a:t>{{OPTION_FUNCTIONS}}</a:t>
            </a:r>
          </a:p>
        </p:txBody>
      </p:sp>
      <p:sp>
        <p:nvSpPr>
          <p:cNvPr id="14" name="responsive-box">
            <a:extLst xmlns:a="http://schemas.openxmlformats.org/drawingml/2006/main">
              <a:ext uri="{FF2B5EF4-FFF2-40B4-BE49-F238E27FC236}">
                <a16:creationId xmlns:a16="http://schemas.microsoft.com/office/drawing/2014/main" id="{DE87D179-D760-4A57-915A-0ABECA2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86625"/>
            <a:ext cx="66865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75B3A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5" name="responsive-title">
            <a:extLst xmlns:a="http://schemas.openxmlformats.org/drawingml/2006/main">
              <a:ext uri="{FF2B5EF4-FFF2-40B4-BE49-F238E27FC236}">
                <a16:creationId xmlns:a16="http://schemas.microsoft.com/office/drawing/2014/main" id="{2CE3E5CC-6AA3-41C3-BC91-D9F9D353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72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レスポンシブ設計</a:t>
            </a:r>
          </a:p>
        </p:txBody>
      </p:sp>
      <p:sp>
        <p:nvSpPr>
          <p:cNvPr id="16" name="responsive-copy">
            <a:extLst xmlns:a="http://schemas.openxmlformats.org/drawingml/2006/main">
              <a:ext uri="{FF2B5EF4-FFF2-40B4-BE49-F238E27FC236}">
                <a16:creationId xmlns:a16="http://schemas.microsoft.com/office/drawing/2014/main" id="{427F9298-D615-47D2-92FC-A07A073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基本ブレイクポイントは768px。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767px以下では内容の優先順位に沿って1カラムへ再配置します。</a:t>
            </a:r>
          </a:p>
        </p:txBody>
      </p:sp>
    </p:spTree>
    <p:extLst>
      <p:ext uri="{BB962C8B-B14F-4D97-AF65-F5344CB8AC3E}">
        <p14:creationId xmlns:p14="http://schemas.microsoft.com/office/powerpoint/2010/main" val="487772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8">
            <a:extLst xmlns:a="http://schemas.openxmlformats.org/drawingml/2006/main">
              <a:ext uri="{FF2B5EF4-FFF2-40B4-BE49-F238E27FC236}">
                <a16:creationId xmlns:a16="http://schemas.microsoft.com/office/drawing/2014/main" id="{AE597904-0DCA-44C5-A609-69116A66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67C732B3-0526-407D-BD9B-D027896D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08</a:t>
            </a:r>
          </a:p>
        </p:txBody>
      </p:sp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DAA7B63C-BC5F-42E4-85B9-3AE20026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DESIGN DIRECTION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90AD5430-09E6-420E-83FA-A43CA1F9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デザイン方向性</a:t>
            </a:r>
          </a:p>
        </p:txBody>
      </p:sp>
      <p:sp>
        <p:nvSpPr>
          <p:cNvPr id="5" name="lead-8">
            <a:extLst xmlns:a="http://schemas.openxmlformats.org/drawingml/2006/main">
              <a:ext uri="{FF2B5EF4-FFF2-40B4-BE49-F238E27FC236}">
                <a16:creationId xmlns:a16="http://schemas.microsoft.com/office/drawing/2014/main" id="{63C2F014-4BED-4329-A0DD-76BCF57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方向性は2つの軸とカラーで共有し、デザイン案の判断基準にします。</a:t>
            </a:r>
          </a:p>
        </p:txBody>
      </p:sp>
      <p:sp>
        <p:nvSpPr>
          <p:cNvPr id="6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6FD5A8A8-FA1A-4643-AAA6-ADC14FFF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8">
            <a:extLst xmlns:a="http://schemas.openxmlformats.org/drawingml/2006/main">
              <a:ext uri="{FF2B5EF4-FFF2-40B4-BE49-F238E27FC236}">
                <a16:creationId xmlns:a16="http://schemas.microsoft.com/office/drawing/2014/main" id="{9CBC47C0-D2F7-409A-89F4-10EEF2D7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design-axis-label-0">
            <a:extLst xmlns:a="http://schemas.openxmlformats.org/drawingml/2006/main">
              <a:ext uri="{FF2B5EF4-FFF2-40B4-BE49-F238E27FC236}">
                <a16:creationId xmlns:a16="http://schemas.microsoft.com/office/drawing/2014/main" id="{245DACC7-4F91-4221-AE5C-72403BE9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3028"/>
                </a:solidFill>
              </a:defRPr>
            </a:pPr>
            <a:r>
              <a:rPr sz="1650" b="1">
                <a:solidFill>
                  <a:srgbClr val="0E3028"/>
                </a:solidFill>
              </a:rPr>
              <a:t>情報の見せ方</a:t>
            </a:r>
          </a:p>
        </p:txBody>
      </p:sp>
      <p:sp>
        <p:nvSpPr>
          <p:cNvPr id="9" name="design-axis-left-0">
            <a:extLst xmlns:a="http://schemas.openxmlformats.org/drawingml/2006/main">
              <a:ext uri="{FF2B5EF4-FFF2-40B4-BE49-F238E27FC236}">
                <a16:creationId xmlns:a16="http://schemas.microsoft.com/office/drawing/2014/main" id="{D0EB67FB-6659-4984-B781-96449FB2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64"/>
                </a:solidFill>
              </a:defRPr>
            </a:pPr>
            <a:r>
              <a:rPr sz="1125" b="0">
                <a:solidFill>
                  <a:srgbClr val="5C6B64"/>
                </a:solidFill>
              </a:rPr>
              <a:t>情報量・説明重視</a:t>
            </a:r>
          </a:p>
        </p:txBody>
      </p:sp>
      <p:sp>
        <p:nvSpPr>
          <p:cNvPr id="10" name="design-axis-right-0">
            <a:extLst xmlns:a="http://schemas.openxmlformats.org/drawingml/2006/main">
              <a:ext uri="{FF2B5EF4-FFF2-40B4-BE49-F238E27FC236}">
                <a16:creationId xmlns:a16="http://schemas.microsoft.com/office/drawing/2014/main" id="{0E39B3D3-D9AD-41CB-BB16-A7E241EA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64"/>
                </a:solidFill>
              </a:defRPr>
            </a:pPr>
            <a:r>
              <a:rPr sz="1125" b="0">
                <a:solidFill>
                  <a:srgbClr val="5C6B64"/>
                </a:solidFill>
              </a:rPr>
              <a:t>視覚・印象重視</a:t>
            </a:r>
          </a:p>
        </p:txBody>
      </p:sp>
      <p:sp>
        <p:nvSpPr>
          <p:cNvPr id="11" name="design-axis-line-0">
            <a:extLst xmlns:a="http://schemas.openxmlformats.org/drawingml/2006/main">
              <a:ext uri="{FF2B5EF4-FFF2-40B4-BE49-F238E27FC236}">
                <a16:creationId xmlns:a16="http://schemas.microsoft.com/office/drawing/2014/main" id="{3AD28076-6B8F-47C2-91C1-A964BE19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432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sign-rank-0-1">
            <a:extLst xmlns:a="http://schemas.openxmlformats.org/drawingml/2006/main">
              <a:ext uri="{FF2B5EF4-FFF2-40B4-BE49-F238E27FC236}">
                <a16:creationId xmlns:a16="http://schemas.microsoft.com/office/drawing/2014/main" id="{EA293BE5-4D0D-43B6-B31A-31BFDC92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90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3" name="design-rank-text-0-1">
            <a:extLst xmlns:a="http://schemas.openxmlformats.org/drawingml/2006/main">
              <a:ext uri="{FF2B5EF4-FFF2-40B4-BE49-F238E27FC236}">
                <a16:creationId xmlns:a16="http://schemas.microsoft.com/office/drawing/2014/main" id="{A3C569BE-B29B-4EBF-B1EC-FBEFDBC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1</a:t>
            </a:r>
          </a:p>
        </p:txBody>
      </p:sp>
      <p:sp>
        <p:nvSpPr>
          <p:cNvPr id="14" name="design-rank-0-2">
            <a:extLst xmlns:a="http://schemas.openxmlformats.org/drawingml/2006/main">
              <a:ext uri="{FF2B5EF4-FFF2-40B4-BE49-F238E27FC236}">
                <a16:creationId xmlns:a16="http://schemas.microsoft.com/office/drawing/2014/main" id="{4B21A36B-1366-4F6F-B4F6-EBF863E9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3990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5" name="design-rank-text-0-2">
            <a:extLst xmlns:a="http://schemas.openxmlformats.org/drawingml/2006/main">
              <a:ext uri="{FF2B5EF4-FFF2-40B4-BE49-F238E27FC236}">
                <a16:creationId xmlns:a16="http://schemas.microsoft.com/office/drawing/2014/main" id="{0A99E88A-7140-4624-8B1D-D023449B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2</a:t>
            </a:r>
          </a:p>
        </p:txBody>
      </p:sp>
      <p:sp>
        <p:nvSpPr>
          <p:cNvPr id="16" name="design-rank-0-3">
            <a:extLst xmlns:a="http://schemas.openxmlformats.org/drawingml/2006/main">
              <a:ext uri="{FF2B5EF4-FFF2-40B4-BE49-F238E27FC236}">
                <a16:creationId xmlns:a16="http://schemas.microsoft.com/office/drawing/2014/main" id="{9B31ABF5-D549-4804-9A35-ED254C5D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90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7" name="design-rank-text-0-3">
            <a:extLst xmlns:a="http://schemas.openxmlformats.org/drawingml/2006/main">
              <a:ext uri="{FF2B5EF4-FFF2-40B4-BE49-F238E27FC236}">
                <a16:creationId xmlns:a16="http://schemas.microsoft.com/office/drawing/2014/main" id="{E1A44902-9F6B-47FC-BAA0-47D60CD0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3</a:t>
            </a:r>
          </a:p>
        </p:txBody>
      </p:sp>
      <p:sp>
        <p:nvSpPr>
          <p:cNvPr id="18" name="design-rank-0-4">
            <a:extLst xmlns:a="http://schemas.openxmlformats.org/drawingml/2006/main">
              <a:ext uri="{FF2B5EF4-FFF2-40B4-BE49-F238E27FC236}">
                <a16:creationId xmlns:a16="http://schemas.microsoft.com/office/drawing/2014/main" id="{770DBC10-AD36-46D7-AC08-71898A9D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3990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9" name="design-rank-text-0-4">
            <a:extLst xmlns:a="http://schemas.openxmlformats.org/drawingml/2006/main">
              <a:ext uri="{FF2B5EF4-FFF2-40B4-BE49-F238E27FC236}">
                <a16:creationId xmlns:a16="http://schemas.microsoft.com/office/drawing/2014/main" id="{2704D7F4-09C5-43B8-A849-ECCA8038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4</a:t>
            </a:r>
          </a:p>
        </p:txBody>
      </p:sp>
      <p:sp>
        <p:nvSpPr>
          <p:cNvPr id="20" name="design-rank-0-5">
            <a:extLst xmlns:a="http://schemas.openxmlformats.org/drawingml/2006/main">
              <a:ext uri="{FF2B5EF4-FFF2-40B4-BE49-F238E27FC236}">
                <a16:creationId xmlns:a16="http://schemas.microsoft.com/office/drawing/2014/main" id="{20245502-9A79-46F5-A12C-57235FB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90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21" name="design-rank-text-0-5">
            <a:extLst xmlns:a="http://schemas.openxmlformats.org/drawingml/2006/main">
              <a:ext uri="{FF2B5EF4-FFF2-40B4-BE49-F238E27FC236}">
                <a16:creationId xmlns:a16="http://schemas.microsoft.com/office/drawing/2014/main" id="{CA44BF4D-3423-4469-9C0E-80233C8C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5</a:t>
            </a:r>
          </a:p>
        </p:txBody>
      </p:sp>
      <p:sp>
        <p:nvSpPr>
          <p:cNvPr id="22" name="design-selected-0">
            <a:extLst xmlns:a="http://schemas.openxmlformats.org/drawingml/2006/main">
              <a:ext uri="{FF2B5EF4-FFF2-40B4-BE49-F238E27FC236}">
                <a16:creationId xmlns:a16="http://schemas.microsoft.com/office/drawing/2014/main" id="{C0845F9A-270A-4966-A617-AF706E71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74218"/>
          </a:solidFill>
          <a:ln xmlns:a="http://schemas.openxmlformats.org/drawingml/2006/main" w="9525">
            <a:solidFill>
              <a:srgbClr val="C74218"/>
            </a:solidFill>
            <a:prstDash val="solid"/>
          </a:ln>
        </p:spPr>
      </p:sp>
      <p:sp>
        <p:nvSpPr>
          <p:cNvPr id="23" name="design-selected-text-0">
            <a:extLst xmlns:a="http://schemas.openxmlformats.org/drawingml/2006/main">
              <a:ext uri="{FF2B5EF4-FFF2-40B4-BE49-F238E27FC236}">
                <a16:creationId xmlns:a16="http://schemas.microsoft.com/office/drawing/2014/main" id="{0E2A3D2E-A424-4904-83B2-F5D4AFE0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提案位置  {{DESIGN_INFO_RANK}} / 5</a:t>
            </a:r>
          </a:p>
        </p:txBody>
      </p:sp>
      <p:sp>
        <p:nvSpPr>
          <p:cNvPr id="24" name="design-axis-label-1">
            <a:extLst xmlns:a="http://schemas.openxmlformats.org/drawingml/2006/main">
              <a:ext uri="{FF2B5EF4-FFF2-40B4-BE49-F238E27FC236}">
                <a16:creationId xmlns:a16="http://schemas.microsoft.com/office/drawing/2014/main" id="{A0BE62D8-1E42-426B-A923-16FDCCF1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3028"/>
                </a:solidFill>
              </a:defRPr>
            </a:pPr>
            <a:r>
              <a:rPr sz="1650" b="1">
                <a:solidFill>
                  <a:srgbClr val="0E3028"/>
                </a:solidFill>
              </a:rPr>
              <a:t>動きの見せ方</a:t>
            </a:r>
          </a:p>
        </p:txBody>
      </p:sp>
      <p:sp>
        <p:nvSpPr>
          <p:cNvPr id="25" name="design-axis-left-1">
            <a:extLst xmlns:a="http://schemas.openxmlformats.org/drawingml/2006/main">
              <a:ext uri="{FF2B5EF4-FFF2-40B4-BE49-F238E27FC236}">
                <a16:creationId xmlns:a16="http://schemas.microsoft.com/office/drawing/2014/main" id="{0832075C-A3EB-4B1A-A481-CCF87270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64"/>
                </a:solidFill>
              </a:defRPr>
            </a:pPr>
            <a:r>
              <a:rPr sz="1125" b="0">
                <a:solidFill>
                  <a:srgbClr val="5C6B64"/>
                </a:solidFill>
              </a:rPr>
              <a:t>シンプル・静的</a:t>
            </a:r>
          </a:p>
        </p:txBody>
      </p:sp>
      <p:sp>
        <p:nvSpPr>
          <p:cNvPr id="26" name="design-axis-right-1">
            <a:extLst xmlns:a="http://schemas.openxmlformats.org/drawingml/2006/main">
              <a:ext uri="{FF2B5EF4-FFF2-40B4-BE49-F238E27FC236}">
                <a16:creationId xmlns:a16="http://schemas.microsoft.com/office/drawing/2014/main" id="{211E39EC-0B17-4C0F-B9C4-399EDB82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91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64"/>
                </a:solidFill>
              </a:defRPr>
            </a:pPr>
            <a:r>
              <a:rPr sz="1125" b="0">
                <a:solidFill>
                  <a:srgbClr val="5C6B64"/>
                </a:solidFill>
              </a:rPr>
              <a:t>アクティブ・動的</a:t>
            </a:r>
          </a:p>
        </p:txBody>
      </p:sp>
      <p:sp>
        <p:nvSpPr>
          <p:cNvPr id="27" name="design-axis-line-1">
            <a:extLst xmlns:a="http://schemas.openxmlformats.org/drawingml/2006/main">
              <a:ext uri="{FF2B5EF4-FFF2-40B4-BE49-F238E27FC236}">
                <a16:creationId xmlns:a16="http://schemas.microsoft.com/office/drawing/2014/main" id="{A879D385-819F-43FE-AEE2-8F59EE88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05550"/>
            <a:ext cx="432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esign-rank-1-1">
            <a:extLst xmlns:a="http://schemas.openxmlformats.org/drawingml/2006/main">
              <a:ext uri="{FF2B5EF4-FFF2-40B4-BE49-F238E27FC236}">
                <a16:creationId xmlns:a16="http://schemas.microsoft.com/office/drawing/2014/main" id="{0703FC25-013C-4F47-939D-521C7180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1817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29" name="design-rank-text-1-1">
            <a:extLst xmlns:a="http://schemas.openxmlformats.org/drawingml/2006/main">
              <a:ext uri="{FF2B5EF4-FFF2-40B4-BE49-F238E27FC236}">
                <a16:creationId xmlns:a16="http://schemas.microsoft.com/office/drawing/2014/main" id="{8D29F978-1555-42E7-AB30-3E817F9D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219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1</a:t>
            </a:r>
          </a:p>
        </p:txBody>
      </p:sp>
      <p:sp>
        <p:nvSpPr>
          <p:cNvPr id="30" name="design-rank-1-2">
            <a:extLst xmlns:a="http://schemas.openxmlformats.org/drawingml/2006/main">
              <a:ext uri="{FF2B5EF4-FFF2-40B4-BE49-F238E27FC236}">
                <a16:creationId xmlns:a16="http://schemas.microsoft.com/office/drawing/2014/main" id="{4F9D0C3C-81D0-4BB5-8822-C06DA3E5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61817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31" name="design-rank-text-1-2">
            <a:extLst xmlns:a="http://schemas.openxmlformats.org/drawingml/2006/main">
              <a:ext uri="{FF2B5EF4-FFF2-40B4-BE49-F238E27FC236}">
                <a16:creationId xmlns:a16="http://schemas.microsoft.com/office/drawing/2014/main" id="{4827D18B-8AD8-49CC-A37C-AAFB7FE0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6219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2</a:t>
            </a:r>
          </a:p>
        </p:txBody>
      </p:sp>
      <p:sp>
        <p:nvSpPr>
          <p:cNvPr id="32" name="design-rank-1-3">
            <a:extLst xmlns:a="http://schemas.openxmlformats.org/drawingml/2006/main">
              <a:ext uri="{FF2B5EF4-FFF2-40B4-BE49-F238E27FC236}">
                <a16:creationId xmlns:a16="http://schemas.microsoft.com/office/drawing/2014/main" id="{BE3C90C8-829A-4C5E-BD32-F867F8FF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1817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33" name="design-rank-text-1-3">
            <a:extLst xmlns:a="http://schemas.openxmlformats.org/drawingml/2006/main">
              <a:ext uri="{FF2B5EF4-FFF2-40B4-BE49-F238E27FC236}">
                <a16:creationId xmlns:a16="http://schemas.microsoft.com/office/drawing/2014/main" id="{61E87BB3-2986-4393-9F85-BCC28F92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19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3</a:t>
            </a:r>
          </a:p>
        </p:txBody>
      </p:sp>
      <p:sp>
        <p:nvSpPr>
          <p:cNvPr id="34" name="design-rank-1-4">
            <a:extLst xmlns:a="http://schemas.openxmlformats.org/drawingml/2006/main">
              <a:ext uri="{FF2B5EF4-FFF2-40B4-BE49-F238E27FC236}">
                <a16:creationId xmlns:a16="http://schemas.microsoft.com/office/drawing/2014/main" id="{E295A691-E292-45CC-9E5F-2AC6B5F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61817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35" name="design-rank-text-1-4">
            <a:extLst xmlns:a="http://schemas.openxmlformats.org/drawingml/2006/main">
              <a:ext uri="{FF2B5EF4-FFF2-40B4-BE49-F238E27FC236}">
                <a16:creationId xmlns:a16="http://schemas.microsoft.com/office/drawing/2014/main" id="{605B3054-05C8-417E-9283-05527476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6219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4</a:t>
            </a:r>
          </a:p>
        </p:txBody>
      </p:sp>
      <p:sp>
        <p:nvSpPr>
          <p:cNvPr id="36" name="design-rank-1-5">
            <a:extLst xmlns:a="http://schemas.openxmlformats.org/drawingml/2006/main">
              <a:ext uri="{FF2B5EF4-FFF2-40B4-BE49-F238E27FC236}">
                <a16:creationId xmlns:a16="http://schemas.microsoft.com/office/drawing/2014/main" id="{8DF7ACB1-A990-4FEA-AED4-88F4D3F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1817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37" name="design-rank-text-1-5">
            <a:extLst xmlns:a="http://schemas.openxmlformats.org/drawingml/2006/main">
              <a:ext uri="{FF2B5EF4-FFF2-40B4-BE49-F238E27FC236}">
                <a16:creationId xmlns:a16="http://schemas.microsoft.com/office/drawing/2014/main" id="{A6257CE1-57A3-4D5B-A6E7-BE11329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219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5</a:t>
            </a:r>
          </a:p>
        </p:txBody>
      </p:sp>
      <p:sp>
        <p:nvSpPr>
          <p:cNvPr id="38" name="design-selected-1">
            <a:extLst xmlns:a="http://schemas.openxmlformats.org/drawingml/2006/main">
              <a:ext uri="{FF2B5EF4-FFF2-40B4-BE49-F238E27FC236}">
                <a16:creationId xmlns:a16="http://schemas.microsoft.com/office/drawing/2014/main" id="{10DFA3AB-DCF4-460B-B168-7815087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61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74218"/>
          </a:solidFill>
          <a:ln xmlns:a="http://schemas.openxmlformats.org/drawingml/2006/main" w="9525">
            <a:solidFill>
              <a:srgbClr val="C74218"/>
            </a:solidFill>
            <a:prstDash val="solid"/>
          </a:ln>
        </p:spPr>
      </p:sp>
      <p:sp>
        <p:nvSpPr>
          <p:cNvPr id="39" name="design-selected-text-1">
            <a:extLst xmlns:a="http://schemas.openxmlformats.org/drawingml/2006/main">
              <a:ext uri="{FF2B5EF4-FFF2-40B4-BE49-F238E27FC236}">
                <a16:creationId xmlns:a16="http://schemas.microsoft.com/office/drawing/2014/main" id="{29DC37D4-B17B-452C-993D-D273E34E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7246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提案位置  {{DESIGN_MOTION_RANK}} / 5</a:t>
            </a:r>
          </a:p>
        </p:txBody>
      </p:sp>
      <p:sp>
        <p:nvSpPr>
          <p:cNvPr id="40" name="design-tone-box">
            <a:extLst xmlns:a="http://schemas.openxmlformats.org/drawingml/2006/main">
              <a:ext uri="{FF2B5EF4-FFF2-40B4-BE49-F238E27FC236}">
                <a16:creationId xmlns:a16="http://schemas.microsoft.com/office/drawing/2014/main" id="{00B79541-E912-41CD-B679-DA8CDDFE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666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41" name="design-tone-label">
            <a:extLst xmlns:a="http://schemas.openxmlformats.org/drawingml/2006/main">
              <a:ext uri="{FF2B5EF4-FFF2-40B4-BE49-F238E27FC236}">
                <a16:creationId xmlns:a16="http://schemas.microsoft.com/office/drawing/2014/main" id="{D5B34745-F897-487C-A5D5-C02A3DC6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トーン</a:t>
            </a:r>
          </a:p>
        </p:txBody>
      </p:sp>
      <p:sp>
        <p:nvSpPr>
          <p:cNvPr id="42" name="design-tone">
            <a:extLst xmlns:a="http://schemas.openxmlformats.org/drawingml/2006/main">
              <a:ext uri="{FF2B5EF4-FFF2-40B4-BE49-F238E27FC236}">
                <a16:creationId xmlns:a16="http://schemas.microsoft.com/office/drawing/2014/main" id="{5AB10D81-5BC7-4DFD-B008-72CA7842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295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3028"/>
                </a:solidFill>
              </a:defRPr>
            </a:pPr>
            <a:r>
              <a:rPr sz="1275" b="1">
                <a:solidFill>
                  <a:srgbClr val="0E3028"/>
                </a:solidFill>
              </a:rPr>
              <a:t>{{DESIGN_TONE}}</a:t>
            </a:r>
          </a:p>
        </p:txBody>
      </p:sp>
      <p:sp>
        <p:nvSpPr>
          <p:cNvPr id="43" name="design-palette-box">
            <a:extLst xmlns:a="http://schemas.openxmlformats.org/drawingml/2006/main">
              <a:ext uri="{FF2B5EF4-FFF2-40B4-BE49-F238E27FC236}">
                <a16:creationId xmlns:a16="http://schemas.microsoft.com/office/drawing/2014/main" id="{B70355D0-0D42-4DB2-B3FC-A12541B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29625"/>
            <a:ext cx="666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44" name="design-palette-label">
            <a:extLst xmlns:a="http://schemas.openxmlformats.org/drawingml/2006/main">
              <a:ext uri="{FF2B5EF4-FFF2-40B4-BE49-F238E27FC236}">
                <a16:creationId xmlns:a16="http://schemas.microsoft.com/office/drawing/2014/main" id="{FF8DAD55-8E3D-488F-AFBA-57B9346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48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B3A"/>
                </a:solidFill>
              </a:defRPr>
            </a:pPr>
            <a:r>
              <a:rPr sz="975" b="1">
                <a:solidFill>
                  <a:srgbClr val="075B3A"/>
                </a:solidFill>
              </a:rPr>
              <a:t>カラーパレット</a:t>
            </a:r>
          </a:p>
        </p:txBody>
      </p:sp>
      <p:sp>
        <p:nvSpPr>
          <p:cNvPr id="45" name="design-palette">
            <a:extLst xmlns:a="http://schemas.openxmlformats.org/drawingml/2006/main">
              <a:ext uri="{FF2B5EF4-FFF2-40B4-BE49-F238E27FC236}">
                <a16:creationId xmlns:a16="http://schemas.microsoft.com/office/drawing/2014/main" id="{BEC7D965-5AC1-4BD9-AEEC-4E96470C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6201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3028"/>
                </a:solidFill>
              </a:defRPr>
            </a:pPr>
            <a:r>
              <a:rPr sz="1200" b="1">
                <a:solidFill>
                  <a:srgbClr val="0E3028"/>
                </a:solidFill>
              </a:rPr>
              <a:t>{{DESIGN_PALETTE}}</a:t>
            </a:r>
          </a:p>
        </p:txBody>
      </p:sp>
    </p:spTree>
    <p:extLst>
      <p:ext uri="{BB962C8B-B14F-4D97-AF65-F5344CB8AC3E}">
        <p14:creationId xmlns:p14="http://schemas.microsoft.com/office/powerpoint/2010/main" val="359617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9">
            <a:extLst xmlns:a="http://schemas.openxmlformats.org/drawingml/2006/main">
              <a:ext uri="{FF2B5EF4-FFF2-40B4-BE49-F238E27FC236}">
                <a16:creationId xmlns:a16="http://schemas.microsoft.com/office/drawing/2014/main" id="{28818CA0-54BB-4AFE-9532-D8562D94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E0F1F612-7E38-4AC1-8CBE-CC2FA652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09</a:t>
            </a:r>
          </a:p>
        </p:txBody>
      </p:sp>
      <p:sp>
        <p:nvSpPr>
          <p:cNvPr id="3" name="section-9">
            <a:extLst xmlns:a="http://schemas.openxmlformats.org/drawingml/2006/main">
              <a:ext uri="{FF2B5EF4-FFF2-40B4-BE49-F238E27FC236}">
                <a16:creationId xmlns:a16="http://schemas.microsoft.com/office/drawing/2014/main" id="{C92D40C3-6E52-4674-A3AE-ECFED42F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NEXT PROCESS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E66BD792-CA60-4CBE-8E45-75532572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今後の流れ</a:t>
            </a:r>
          </a:p>
        </p:txBody>
      </p:sp>
      <p:sp>
        <p:nvSpPr>
          <p:cNvPr id="5" name="lead-9">
            <a:extLst xmlns:a="http://schemas.openxmlformats.org/drawingml/2006/main">
              <a:ext uri="{FF2B5EF4-FFF2-40B4-BE49-F238E27FC236}">
                <a16:creationId xmlns:a16="http://schemas.microsoft.com/office/drawing/2014/main" id="{7B2D43FB-E391-4C95-8123-E05DFDC7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ご提案内容を確定した後、ご発注から公開・運用まで順番に進めます。</a:t>
            </a:r>
          </a:p>
        </p:txBody>
      </p:sp>
      <p:sp>
        <p:nvSpPr>
          <p:cNvPr id="6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15562DE5-445A-4863-BB7E-86C7196F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9">
            <a:extLst xmlns:a="http://schemas.openxmlformats.org/drawingml/2006/main">
              <a:ext uri="{FF2B5EF4-FFF2-40B4-BE49-F238E27FC236}">
                <a16:creationId xmlns:a16="http://schemas.microsoft.com/office/drawing/2014/main" id="{5880E5F1-DD16-48B3-895E-F3A587D3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process-box">
            <a:extLst xmlns:a="http://schemas.openxmlformats.org/drawingml/2006/main">
              <a:ext uri="{FF2B5EF4-FFF2-40B4-BE49-F238E27FC236}">
                <a16:creationId xmlns:a16="http://schemas.microsoft.com/office/drawing/2014/main" id="{7FC9BF4D-28A6-4112-BCDC-8817A0CC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71750"/>
            <a:ext cx="6686550" cy="65722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9" name="process-list">
            <a:extLst xmlns:a="http://schemas.openxmlformats.org/drawingml/2006/main">
              <a:ext uri="{FF2B5EF4-FFF2-40B4-BE49-F238E27FC236}">
                <a16:creationId xmlns:a16="http://schemas.microsoft.com/office/drawing/2014/main" id="{91AFF1B1-841E-490D-9BE4-9746DA21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5905500" cy="57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3028"/>
                </a:solidFill>
              </a:defRPr>
            </a:pPr>
            <a:r>
              <a:rPr sz="1725" b="1">
                <a:solidFill>
                  <a:srgbClr val="0E3028"/>
                </a:solidFill>
              </a:rPr>
              <a:t>{{NEXT_PROCESS}}</a:t>
            </a:r>
          </a:p>
        </p:txBody>
      </p:sp>
    </p:spTree>
    <p:extLst>
      <p:ext uri="{BB962C8B-B14F-4D97-AF65-F5344CB8AC3E}">
        <p14:creationId xmlns:p14="http://schemas.microsoft.com/office/powerpoint/2010/main" val="13519366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10">
            <a:extLst xmlns:a="http://schemas.openxmlformats.org/drawingml/2006/main">
              <a:ext uri="{FF2B5EF4-FFF2-40B4-BE49-F238E27FC236}">
                <a16:creationId xmlns:a16="http://schemas.microsoft.com/office/drawing/2014/main" id="{73C76A1D-E8C9-42C9-A0F2-FF888556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B64"/>
                </a:solidFill>
              </a:defRPr>
            </a:pPr>
            <a:r>
              <a:rPr sz="825" b="1">
                <a:solidFill>
                  <a:srgbClr val="5C6B64"/>
                </a:solidFill>
              </a:rPr>
              <a:t>WANI SAN WEB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EA6BA81A-F383-464F-8EF6-5E83DB1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4218"/>
                </a:solidFill>
              </a:defRPr>
            </a:pPr>
            <a:r>
              <a:rPr sz="900" b="1">
                <a:solidFill>
                  <a:srgbClr val="C74218"/>
                </a:solidFill>
              </a:rPr>
              <a:t>10</a:t>
            </a:r>
          </a:p>
        </p:txBody>
      </p:sp>
      <p:sp>
        <p:nvSpPr>
          <p:cNvPr id="3" name="section-10">
            <a:extLst xmlns:a="http://schemas.openxmlformats.org/drawingml/2006/main">
              <a:ext uri="{FF2B5EF4-FFF2-40B4-BE49-F238E27FC236}">
                <a16:creationId xmlns:a16="http://schemas.microsoft.com/office/drawing/2014/main" id="{63B734BC-0B4E-4DCA-BB82-88FF8078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5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B3A"/>
                </a:solidFill>
              </a:defRPr>
            </a:pPr>
            <a:r>
              <a:rPr sz="900" b="1">
                <a:solidFill>
                  <a:srgbClr val="075B3A"/>
                </a:solidFill>
              </a:rPr>
              <a:t>IMMEDIATE TASKS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5C097B32-C6E5-4324-8676-0588C52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668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3028"/>
                </a:solidFill>
              </a:defRPr>
            </a:pPr>
            <a:r>
              <a:rPr sz="2700" b="1">
                <a:solidFill>
                  <a:srgbClr val="0E3028"/>
                </a:solidFill>
              </a:rPr>
              <a:t>直近のタスク</a:t>
            </a:r>
          </a:p>
        </p:txBody>
      </p:sp>
      <p:sp>
        <p:nvSpPr>
          <p:cNvPr id="5" name="lead-10">
            <a:extLst xmlns:a="http://schemas.openxmlformats.org/drawingml/2006/main">
              <a:ext uri="{FF2B5EF4-FFF2-40B4-BE49-F238E27FC236}">
                <a16:creationId xmlns:a16="http://schemas.microsoft.com/office/drawing/2014/main" id="{BCED2A42-2015-4747-BEB5-57793C69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19275"/>
            <a:ext cx="668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4"/>
                </a:solidFill>
              </a:defRPr>
            </a:pPr>
            <a:r>
              <a:rPr sz="1200" b="0">
                <a:solidFill>
                  <a:srgbClr val="5C6B64"/>
                </a:solidFill>
              </a:rPr>
              <a:t>次回の打ち合わせまでに、まず以下の3点を進めます。</a:t>
            </a:r>
          </a:p>
        </p:txBody>
      </p:sp>
      <p:sp>
        <p:nvSpPr>
          <p:cNvPr id="6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FF8E9596-1342-4912-9832-9295684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0127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0">
            <a:extLst xmlns:a="http://schemas.openxmlformats.org/drawingml/2006/main">
              <a:ext uri="{FF2B5EF4-FFF2-40B4-BE49-F238E27FC236}">
                <a16:creationId xmlns:a16="http://schemas.microsoft.com/office/drawing/2014/main" id="{40CE33A0-2115-4E30-BCA1-4CB4DACA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30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4"/>
                </a:solidFill>
              </a:defRPr>
            </a:pPr>
            <a:r>
              <a:rPr sz="675" b="0">
                <a:solidFill>
                  <a:srgbClr val="5C6B64"/>
                </a:solidFill>
              </a:rPr>
              <a:t>CONFIDENTIAL / WANI SAN WEB</a:t>
            </a:r>
          </a:p>
        </p:txBody>
      </p:sp>
      <p:sp>
        <p:nvSpPr>
          <p:cNvPr id="8" name="task-0">
            <a:extLst xmlns:a="http://schemas.openxmlformats.org/drawingml/2006/main">
              <a:ext uri="{FF2B5EF4-FFF2-40B4-BE49-F238E27FC236}">
                <a16:creationId xmlns:a16="http://schemas.microsoft.com/office/drawing/2014/main" id="{143B013F-2767-4FEB-B21E-D0DA68B6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666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9" name="task-no-0">
            <a:extLst xmlns:a="http://schemas.openxmlformats.org/drawingml/2006/main">
              <a:ext uri="{FF2B5EF4-FFF2-40B4-BE49-F238E27FC236}">
                <a16:creationId xmlns:a16="http://schemas.microsoft.com/office/drawing/2014/main" id="{920CF95A-01BF-44F7-9B3E-21FB6C72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218"/>
          </a:solidFill>
          <a:ln xmlns:a="http://schemas.openxmlformats.org/drawingml/2006/main" w="9525">
            <a:solidFill>
              <a:srgbClr val="C74218"/>
            </a:solidFill>
            <a:prstDash val="solid"/>
          </a:ln>
        </p:spPr>
      </p:sp>
      <p:sp>
        <p:nvSpPr>
          <p:cNvPr id="10" name="task-no-text-0">
            <a:extLst xmlns:a="http://schemas.openxmlformats.org/drawingml/2006/main">
              <a:ext uri="{FF2B5EF4-FFF2-40B4-BE49-F238E27FC236}">
                <a16:creationId xmlns:a16="http://schemas.microsoft.com/office/drawing/2014/main" id="{845AF727-AAE6-439C-91FF-D16A989D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ask-text-0">
            <a:extLst xmlns:a="http://schemas.openxmlformats.org/drawingml/2006/main">
              <a:ext uri="{FF2B5EF4-FFF2-40B4-BE49-F238E27FC236}">
                <a16:creationId xmlns:a16="http://schemas.microsoft.com/office/drawing/2014/main" id="{AA5C4136-DF4E-4FF9-A0E2-FB401E9A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242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3028"/>
                </a:solidFill>
              </a:defRPr>
            </a:pPr>
            <a:r>
              <a:rPr sz="1650" b="1">
                <a:solidFill>
                  <a:srgbClr val="0E3028"/>
                </a:solidFill>
              </a:rPr>
              <a:t>ご発注のお手続き</a:t>
            </a:r>
          </a:p>
        </p:txBody>
      </p:sp>
      <p:sp>
        <p:nvSpPr>
          <p:cNvPr id="12" name="task-1">
            <a:extLst xmlns:a="http://schemas.openxmlformats.org/drawingml/2006/main">
              <a:ext uri="{FF2B5EF4-FFF2-40B4-BE49-F238E27FC236}">
                <a16:creationId xmlns:a16="http://schemas.microsoft.com/office/drawing/2014/main" id="{BAFC65A8-6ED7-4FA1-A6D1-8728D902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666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3" name="task-no-1">
            <a:extLst xmlns:a="http://schemas.openxmlformats.org/drawingml/2006/main">
              <a:ext uri="{FF2B5EF4-FFF2-40B4-BE49-F238E27FC236}">
                <a16:creationId xmlns:a16="http://schemas.microsoft.com/office/drawing/2014/main" id="{56B2DAAC-5BF2-4F87-ABE7-F0D81525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B3A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4" name="task-no-text-1">
            <a:extLst xmlns:a="http://schemas.openxmlformats.org/drawingml/2006/main">
              <a:ext uri="{FF2B5EF4-FFF2-40B4-BE49-F238E27FC236}">
                <a16:creationId xmlns:a16="http://schemas.microsoft.com/office/drawing/2014/main" id="{63C8E759-C566-441E-B199-5544E27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ask-text-1">
            <a:extLst xmlns:a="http://schemas.openxmlformats.org/drawingml/2006/main">
              <a:ext uri="{FF2B5EF4-FFF2-40B4-BE49-F238E27FC236}">
                <a16:creationId xmlns:a16="http://schemas.microsoft.com/office/drawing/2014/main" id="{51172BC7-D839-4643-8835-DFC28D7D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721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3028"/>
                </a:solidFill>
              </a:defRPr>
            </a:pPr>
            <a:r>
              <a:rPr sz="1650" b="1">
                <a:solidFill>
                  <a:srgbClr val="0E3028"/>
                </a:solidFill>
              </a:rPr>
              <a:t>コミュニケーションツールの確認</a:t>
            </a:r>
          </a:p>
        </p:txBody>
      </p:sp>
      <p:sp>
        <p:nvSpPr>
          <p:cNvPr id="16" name="task-2">
            <a:extLst xmlns:a="http://schemas.openxmlformats.org/drawingml/2006/main">
              <a:ext uri="{FF2B5EF4-FFF2-40B4-BE49-F238E27FC236}">
                <a16:creationId xmlns:a16="http://schemas.microsoft.com/office/drawing/2014/main" id="{7BC7C2A9-42FA-4F15-8CB5-7D42BE48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53250"/>
            <a:ext cx="666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9525">
            <a:solidFill>
              <a:srgbClr val="C7D3CC"/>
            </a:solidFill>
            <a:prstDash val="solid"/>
          </a:ln>
        </p:spPr>
      </p:sp>
      <p:sp>
        <p:nvSpPr>
          <p:cNvPr id="17" name="task-no-2">
            <a:extLst xmlns:a="http://schemas.openxmlformats.org/drawingml/2006/main">
              <a:ext uri="{FF2B5EF4-FFF2-40B4-BE49-F238E27FC236}">
                <a16:creationId xmlns:a16="http://schemas.microsoft.com/office/drawing/2014/main" id="{2C63B948-36C1-44F8-AD0C-5B427EDE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53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B3A"/>
          </a:solidFill>
          <a:ln xmlns:a="http://schemas.openxmlformats.org/drawingml/2006/main" w="9525">
            <a:solidFill>
              <a:srgbClr val="075B3A"/>
            </a:solidFill>
            <a:prstDash val="solid"/>
          </a:ln>
        </p:spPr>
      </p:sp>
      <p:sp>
        <p:nvSpPr>
          <p:cNvPr id="18" name="task-no-text-2">
            <a:extLst xmlns:a="http://schemas.openxmlformats.org/drawingml/2006/main">
              <a:ext uri="{FF2B5EF4-FFF2-40B4-BE49-F238E27FC236}">
                <a16:creationId xmlns:a16="http://schemas.microsoft.com/office/drawing/2014/main" id="{6C744C3A-238B-462A-BB46-B6633AB1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ask-text-2">
            <a:extLst xmlns:a="http://schemas.openxmlformats.org/drawingml/2006/main">
              <a:ext uri="{FF2B5EF4-FFF2-40B4-BE49-F238E27FC236}">
                <a16:creationId xmlns:a16="http://schemas.microsoft.com/office/drawing/2014/main" id="{2F82BAF9-CFDA-4E16-855B-B34D73C7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419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3028"/>
                </a:solidFill>
              </a:defRPr>
            </a:pPr>
            <a:r>
              <a:rPr sz="1650" b="1">
                <a:solidFill>
                  <a:srgbClr val="0E3028"/>
                </a:solidFill>
              </a:rPr>
              <a:t>方針のフィードバック・デザイン案のご確認・利用サービスのご案内（MTG）</a:t>
            </a:r>
          </a:p>
        </p:txBody>
      </p:sp>
    </p:spTree>
    <p:extLst>
      <p:ext uri="{BB962C8B-B14F-4D97-AF65-F5344CB8AC3E}">
        <p14:creationId xmlns:p14="http://schemas.microsoft.com/office/powerpoint/2010/main" val="2005494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2026-08-26T07:31:03.2100000Z</dcterms:created>
  <dcterms:modified xsi:type="dcterms:W3CDTF">2026-08-26T07:31:03.2100000Z</dcterms:modified>
</coreProperties>
</file>